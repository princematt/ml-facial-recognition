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sldIdLst>
    <p:sldId id="256" r:id="rId2"/>
    <p:sldId id="257" r:id="rId3"/>
    <p:sldId id="259" r:id="rId4"/>
    <p:sldId id="260" r:id="rId5"/>
    <p:sldId id="261" r:id="rId6"/>
    <p:sldId id="263" r:id="rId7"/>
    <p:sldId id="264" r:id="rId8"/>
    <p:sldId id="262" r:id="rId9"/>
    <p:sldId id="265" r:id="rId10"/>
    <p:sldId id="267" r:id="rId11"/>
    <p:sldId id="268" r:id="rId12"/>
    <p:sldId id="266" r:id="rId13"/>
    <p:sldId id="25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3"/>
    <p:restoredTop sz="95903"/>
  </p:normalViewPr>
  <p:slideViewPr>
    <p:cSldViewPr snapToGrid="0" snapToObjects="1">
      <p:cViewPr>
        <p:scale>
          <a:sx n="68" d="100"/>
          <a:sy n="68" d="100"/>
        </p:scale>
        <p:origin x="1080" y="1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544E181-8BF2-4438-A3DC-BE0B7BF091A1}"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F3B59DA-6414-46FA-AEA8-95D3B459314C}">
      <dgm:prSet/>
      <dgm:spPr/>
      <dgm:t>
        <a:bodyPr/>
        <a:lstStyle/>
        <a:p>
          <a:r>
            <a:rPr lang="en-US" b="0" i="0" dirty="0"/>
            <a:t>localize the face and compute encodings</a:t>
          </a:r>
          <a:endParaRPr lang="en-US" dirty="0"/>
        </a:p>
      </dgm:t>
    </dgm:pt>
    <dgm:pt modelId="{E73551CA-2E13-4802-9FE8-65D88A2DB829}" type="parTrans" cxnId="{84F147E5-EA68-44F4-A178-6904BCDD105A}">
      <dgm:prSet/>
      <dgm:spPr/>
      <dgm:t>
        <a:bodyPr/>
        <a:lstStyle/>
        <a:p>
          <a:endParaRPr lang="en-US"/>
        </a:p>
      </dgm:t>
    </dgm:pt>
    <dgm:pt modelId="{BAE1113D-58E9-447E-8BA2-71EDBEBDB5F0}" type="sibTrans" cxnId="{84F147E5-EA68-44F4-A178-6904BCDD105A}">
      <dgm:prSet/>
      <dgm:spPr/>
      <dgm:t>
        <a:bodyPr/>
        <a:lstStyle/>
        <a:p>
          <a:endParaRPr lang="en-US"/>
        </a:p>
      </dgm:t>
    </dgm:pt>
    <dgm:pt modelId="{D983BF35-5F1F-4596-A609-04BEF11DAB8B}">
      <dgm:prSet/>
      <dgm:spPr/>
      <dgm:t>
        <a:bodyPr/>
        <a:lstStyle/>
        <a:p>
          <a:r>
            <a:rPr lang="en-US" dirty="0"/>
            <a:t>Then we dump the names and encoding to disk for future recall</a:t>
          </a:r>
        </a:p>
      </dgm:t>
    </dgm:pt>
    <dgm:pt modelId="{12EA6C90-4DBD-491A-97A0-0B74CD30786D}" type="parTrans" cxnId="{EB3DCBFB-755C-472E-AFAB-A2D05B21603A}">
      <dgm:prSet/>
      <dgm:spPr/>
      <dgm:t>
        <a:bodyPr/>
        <a:lstStyle/>
        <a:p>
          <a:endParaRPr lang="en-US"/>
        </a:p>
      </dgm:t>
    </dgm:pt>
    <dgm:pt modelId="{9E45803E-0A1D-4C28-A12C-7ABE4D58E22B}" type="sibTrans" cxnId="{EB3DCBFB-755C-472E-AFAB-A2D05B21603A}">
      <dgm:prSet/>
      <dgm:spPr/>
      <dgm:t>
        <a:bodyPr/>
        <a:lstStyle/>
        <a:p>
          <a:endParaRPr lang="en-US"/>
        </a:p>
      </dgm:t>
    </dgm:pt>
    <dgm:pt modelId="{DA820F8A-3E28-4E76-B7C0-BC27585C7EF7}">
      <dgm:prSet/>
      <dgm:spPr/>
      <dgm:t>
        <a:bodyPr/>
        <a:lstStyle/>
        <a:p>
          <a:r>
            <a:rPr lang="en-US" dirty="0"/>
            <a:t>Then save it into a .pickle file </a:t>
          </a:r>
        </a:p>
      </dgm:t>
    </dgm:pt>
    <dgm:pt modelId="{C43DA22F-674D-4945-BB89-983EBE9F35B5}" type="parTrans" cxnId="{E55DFCD5-BE86-4181-AE41-40AA95F6A8D5}">
      <dgm:prSet/>
      <dgm:spPr/>
      <dgm:t>
        <a:bodyPr/>
        <a:lstStyle/>
        <a:p>
          <a:endParaRPr lang="en-US"/>
        </a:p>
      </dgm:t>
    </dgm:pt>
    <dgm:pt modelId="{1260D804-27DD-4735-8566-D81C2123EF3E}" type="sibTrans" cxnId="{E55DFCD5-BE86-4181-AE41-40AA95F6A8D5}">
      <dgm:prSet/>
      <dgm:spPr/>
      <dgm:t>
        <a:bodyPr/>
        <a:lstStyle/>
        <a:p>
          <a:endParaRPr lang="en-US"/>
        </a:p>
      </dgm:t>
    </dgm:pt>
    <dgm:pt modelId="{25BF289D-F67E-49EF-86C3-D666E447B321}">
      <dgm:prSet/>
      <dgm:spPr/>
      <dgm:t>
        <a:bodyPr/>
        <a:lstStyle/>
        <a:p>
          <a:r>
            <a:rPr lang="en-US" dirty="0"/>
            <a:t> Creating command line arguments  that are processed at runtime with </a:t>
          </a:r>
          <a:r>
            <a:rPr lang="en-US" dirty="0" err="1"/>
            <a:t>argparse</a:t>
          </a:r>
          <a:endParaRPr lang="en-US" dirty="0"/>
        </a:p>
      </dgm:t>
    </dgm:pt>
    <dgm:pt modelId="{087A7650-331A-4AF1-9C30-12C60B744C5D}" type="sibTrans" cxnId="{F143AFED-8D8A-4EEE-AFFD-76621182ADAE}">
      <dgm:prSet/>
      <dgm:spPr/>
      <dgm:t>
        <a:bodyPr/>
        <a:lstStyle/>
        <a:p>
          <a:endParaRPr lang="en-US"/>
        </a:p>
      </dgm:t>
    </dgm:pt>
    <dgm:pt modelId="{224A0B27-BB1C-4B52-8D42-63DD8664B777}" type="parTrans" cxnId="{F143AFED-8D8A-4EEE-AFFD-76621182ADAE}">
      <dgm:prSet/>
      <dgm:spPr/>
      <dgm:t>
        <a:bodyPr/>
        <a:lstStyle/>
        <a:p>
          <a:endParaRPr lang="en-US"/>
        </a:p>
      </dgm:t>
    </dgm:pt>
    <dgm:pt modelId="{618773AE-BE1D-46B5-8218-1B9E6227E1C9}">
      <dgm:prSet/>
      <dgm:spPr/>
      <dgm:t>
        <a:bodyPr/>
        <a:lstStyle/>
        <a:p>
          <a:r>
            <a:rPr lang="en-US" dirty="0"/>
            <a:t>Constructing </a:t>
          </a:r>
          <a:r>
            <a:rPr lang="en-US" dirty="0" err="1"/>
            <a:t>dict</a:t>
          </a:r>
          <a:r>
            <a:rPr lang="en-US" dirty="0"/>
            <a:t> with two keys which are encodings and name</a:t>
          </a:r>
        </a:p>
      </dgm:t>
    </dgm:pt>
    <dgm:pt modelId="{6B7CFEA2-7859-4119-A1C1-C9164F95613F}" type="sibTrans" cxnId="{8B6226B2-61F0-45BD-869A-D9F66CECC20E}">
      <dgm:prSet/>
      <dgm:spPr/>
      <dgm:t>
        <a:bodyPr/>
        <a:lstStyle/>
        <a:p>
          <a:endParaRPr lang="en-US"/>
        </a:p>
      </dgm:t>
    </dgm:pt>
    <dgm:pt modelId="{2295F70A-BE49-44B1-A543-36EB49CF9E12}" type="parTrans" cxnId="{8B6226B2-61F0-45BD-869A-D9F66CECC20E}">
      <dgm:prSet/>
      <dgm:spPr/>
      <dgm:t>
        <a:bodyPr/>
        <a:lstStyle/>
        <a:p>
          <a:endParaRPr lang="en-US"/>
        </a:p>
      </dgm:t>
    </dgm:pt>
    <dgm:pt modelId="{332BC544-604F-4407-AE10-00501E5ACD02}" type="pres">
      <dgm:prSet presAssocID="{C544E181-8BF2-4438-A3DC-BE0B7BF091A1}" presName="root" presStyleCnt="0">
        <dgm:presLayoutVars>
          <dgm:dir/>
          <dgm:resizeHandles val="exact"/>
        </dgm:presLayoutVars>
      </dgm:prSet>
      <dgm:spPr/>
    </dgm:pt>
    <dgm:pt modelId="{C8F82C5B-EDE8-4C66-9409-D0CC1D5EB5F8}" type="pres">
      <dgm:prSet presAssocID="{C544E181-8BF2-4438-A3DC-BE0B7BF091A1}" presName="container" presStyleCnt="0">
        <dgm:presLayoutVars>
          <dgm:dir/>
          <dgm:resizeHandles val="exact"/>
        </dgm:presLayoutVars>
      </dgm:prSet>
      <dgm:spPr/>
    </dgm:pt>
    <dgm:pt modelId="{CF30AB60-D99F-4FDD-BE9C-62C5C461E27A}" type="pres">
      <dgm:prSet presAssocID="{25BF289D-F67E-49EF-86C3-D666E447B321}" presName="compNode" presStyleCnt="0"/>
      <dgm:spPr/>
    </dgm:pt>
    <dgm:pt modelId="{47EAFBCC-78F0-4611-94DC-AD985243492F}" type="pres">
      <dgm:prSet presAssocID="{25BF289D-F67E-49EF-86C3-D666E447B321}" presName="iconBgRect" presStyleLbl="bgShp" presStyleIdx="0" presStyleCnt="5"/>
      <dgm:spPr/>
    </dgm:pt>
    <dgm:pt modelId="{123058D9-5C8C-44AE-8D02-99ED27DDCD29}" type="pres">
      <dgm:prSet presAssocID="{25BF289D-F67E-49EF-86C3-D666E447B32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605FD29F-5ABA-48D9-9DB1-7B648E6B5B56}" type="pres">
      <dgm:prSet presAssocID="{25BF289D-F67E-49EF-86C3-D666E447B321}" presName="spaceRect" presStyleCnt="0"/>
      <dgm:spPr/>
    </dgm:pt>
    <dgm:pt modelId="{E42BAC6A-1D9C-46EE-93B2-9A0D7C193BDE}" type="pres">
      <dgm:prSet presAssocID="{25BF289D-F67E-49EF-86C3-D666E447B321}" presName="textRect" presStyleLbl="revTx" presStyleIdx="0" presStyleCnt="5">
        <dgm:presLayoutVars>
          <dgm:chMax val="1"/>
          <dgm:chPref val="1"/>
        </dgm:presLayoutVars>
      </dgm:prSet>
      <dgm:spPr/>
    </dgm:pt>
    <dgm:pt modelId="{2AFE6BB0-BB5C-4397-9DD2-FF226951F38E}" type="pres">
      <dgm:prSet presAssocID="{087A7650-331A-4AF1-9C30-12C60B744C5D}" presName="sibTrans" presStyleLbl="sibTrans2D1" presStyleIdx="0" presStyleCnt="0"/>
      <dgm:spPr/>
    </dgm:pt>
    <dgm:pt modelId="{375CF542-8FA8-4C82-9571-86ED94A446D1}" type="pres">
      <dgm:prSet presAssocID="{0F3B59DA-6414-46FA-AEA8-95D3B459314C}" presName="compNode" presStyleCnt="0"/>
      <dgm:spPr/>
    </dgm:pt>
    <dgm:pt modelId="{607E5AB2-1D64-4A64-BFD4-CDAB9B4AEF57}" type="pres">
      <dgm:prSet presAssocID="{0F3B59DA-6414-46FA-AEA8-95D3B459314C}" presName="iconBgRect" presStyleLbl="bgShp" presStyleIdx="1" presStyleCnt="5"/>
      <dgm:spPr/>
    </dgm:pt>
    <dgm:pt modelId="{BA1C2900-6771-4C25-989A-FCAA6086C6E9}" type="pres">
      <dgm:prSet presAssocID="{0F3B59DA-6414-46FA-AEA8-95D3B459314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te Ringer"/>
        </a:ext>
      </dgm:extLst>
    </dgm:pt>
    <dgm:pt modelId="{AACC0430-328E-4F3E-8448-055B3CAC084D}" type="pres">
      <dgm:prSet presAssocID="{0F3B59DA-6414-46FA-AEA8-95D3B459314C}" presName="spaceRect" presStyleCnt="0"/>
      <dgm:spPr/>
    </dgm:pt>
    <dgm:pt modelId="{799A8921-A15E-4566-AAEA-7CFCB00151E8}" type="pres">
      <dgm:prSet presAssocID="{0F3B59DA-6414-46FA-AEA8-95D3B459314C}" presName="textRect" presStyleLbl="revTx" presStyleIdx="1" presStyleCnt="5">
        <dgm:presLayoutVars>
          <dgm:chMax val="1"/>
          <dgm:chPref val="1"/>
        </dgm:presLayoutVars>
      </dgm:prSet>
      <dgm:spPr/>
    </dgm:pt>
    <dgm:pt modelId="{981A3EF1-D155-4420-99B9-2DFEC555E81D}" type="pres">
      <dgm:prSet presAssocID="{BAE1113D-58E9-447E-8BA2-71EDBEBDB5F0}" presName="sibTrans" presStyleLbl="sibTrans2D1" presStyleIdx="0" presStyleCnt="0"/>
      <dgm:spPr/>
    </dgm:pt>
    <dgm:pt modelId="{0C3622CC-BBD0-4C2E-ABC0-A03A7F14BD7E}" type="pres">
      <dgm:prSet presAssocID="{618773AE-BE1D-46B5-8218-1B9E6227E1C9}" presName="compNode" presStyleCnt="0"/>
      <dgm:spPr/>
    </dgm:pt>
    <dgm:pt modelId="{85D48DD0-C793-44F1-81BC-F665B32436BE}" type="pres">
      <dgm:prSet presAssocID="{618773AE-BE1D-46B5-8218-1B9E6227E1C9}" presName="iconBgRect" presStyleLbl="bgShp" presStyleIdx="2" presStyleCnt="5"/>
      <dgm:spPr/>
    </dgm:pt>
    <dgm:pt modelId="{584BBE22-F030-4751-9C7E-147C3BEA572B}" type="pres">
      <dgm:prSet presAssocID="{618773AE-BE1D-46B5-8218-1B9E6227E1C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keleton"/>
        </a:ext>
      </dgm:extLst>
    </dgm:pt>
    <dgm:pt modelId="{3FE7562C-6122-40FC-A94D-1547F88ED37B}" type="pres">
      <dgm:prSet presAssocID="{618773AE-BE1D-46B5-8218-1B9E6227E1C9}" presName="spaceRect" presStyleCnt="0"/>
      <dgm:spPr/>
    </dgm:pt>
    <dgm:pt modelId="{2DE9CC78-007D-4668-9982-016E351A092C}" type="pres">
      <dgm:prSet presAssocID="{618773AE-BE1D-46B5-8218-1B9E6227E1C9}" presName="textRect" presStyleLbl="revTx" presStyleIdx="2" presStyleCnt="5">
        <dgm:presLayoutVars>
          <dgm:chMax val="1"/>
          <dgm:chPref val="1"/>
        </dgm:presLayoutVars>
      </dgm:prSet>
      <dgm:spPr/>
    </dgm:pt>
    <dgm:pt modelId="{033524DB-9422-4375-9CF0-C0560B2FB9C0}" type="pres">
      <dgm:prSet presAssocID="{6B7CFEA2-7859-4119-A1C1-C9164F95613F}" presName="sibTrans" presStyleLbl="sibTrans2D1" presStyleIdx="0" presStyleCnt="0"/>
      <dgm:spPr/>
    </dgm:pt>
    <dgm:pt modelId="{231B6E55-6F78-473F-A065-3E90B14F3556}" type="pres">
      <dgm:prSet presAssocID="{D983BF35-5F1F-4596-A609-04BEF11DAB8B}" presName="compNode" presStyleCnt="0"/>
      <dgm:spPr/>
    </dgm:pt>
    <dgm:pt modelId="{AF111EBC-2B1C-4621-A84A-CD16233BC8A4}" type="pres">
      <dgm:prSet presAssocID="{D983BF35-5F1F-4596-A609-04BEF11DAB8B}" presName="iconBgRect" presStyleLbl="bgShp" presStyleIdx="3" presStyleCnt="5"/>
      <dgm:spPr/>
    </dgm:pt>
    <dgm:pt modelId="{7B539F0E-CFE4-4A0A-B7EA-10DC52C7F648}" type="pres">
      <dgm:prSet presAssocID="{D983BF35-5F1F-4596-A609-04BEF11DAB8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083CE38D-FBC8-4317-9AED-09146B0F648C}" type="pres">
      <dgm:prSet presAssocID="{D983BF35-5F1F-4596-A609-04BEF11DAB8B}" presName="spaceRect" presStyleCnt="0"/>
      <dgm:spPr/>
    </dgm:pt>
    <dgm:pt modelId="{9327CAE5-E2F9-4446-9AFA-06DB04F48AE1}" type="pres">
      <dgm:prSet presAssocID="{D983BF35-5F1F-4596-A609-04BEF11DAB8B}" presName="textRect" presStyleLbl="revTx" presStyleIdx="3" presStyleCnt="5">
        <dgm:presLayoutVars>
          <dgm:chMax val="1"/>
          <dgm:chPref val="1"/>
        </dgm:presLayoutVars>
      </dgm:prSet>
      <dgm:spPr/>
    </dgm:pt>
    <dgm:pt modelId="{031BC91A-2C88-41AF-A688-1FC7BBE88A77}" type="pres">
      <dgm:prSet presAssocID="{9E45803E-0A1D-4C28-A12C-7ABE4D58E22B}" presName="sibTrans" presStyleLbl="sibTrans2D1" presStyleIdx="0" presStyleCnt="0"/>
      <dgm:spPr/>
    </dgm:pt>
    <dgm:pt modelId="{6C579B10-494B-4929-88EB-2EE1E86B0988}" type="pres">
      <dgm:prSet presAssocID="{DA820F8A-3E28-4E76-B7C0-BC27585C7EF7}" presName="compNode" presStyleCnt="0"/>
      <dgm:spPr/>
    </dgm:pt>
    <dgm:pt modelId="{4B65474A-43E8-4484-BCC1-8B74EA8D72AA}" type="pres">
      <dgm:prSet presAssocID="{DA820F8A-3E28-4E76-B7C0-BC27585C7EF7}" presName="iconBgRect" presStyleLbl="bgShp" presStyleIdx="4" presStyleCnt="5"/>
      <dgm:spPr/>
    </dgm:pt>
    <dgm:pt modelId="{F8F3A05D-6902-439D-BB11-C39E716FA085}" type="pres">
      <dgm:prSet presAssocID="{DA820F8A-3E28-4E76-B7C0-BC27585C7EF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Venn Diagram"/>
        </a:ext>
      </dgm:extLst>
    </dgm:pt>
    <dgm:pt modelId="{8F9AE53D-B3C3-4846-A3A5-2C2C8423A638}" type="pres">
      <dgm:prSet presAssocID="{DA820F8A-3E28-4E76-B7C0-BC27585C7EF7}" presName="spaceRect" presStyleCnt="0"/>
      <dgm:spPr/>
    </dgm:pt>
    <dgm:pt modelId="{CF500A0F-D624-4443-9897-7E89408276CF}" type="pres">
      <dgm:prSet presAssocID="{DA820F8A-3E28-4E76-B7C0-BC27585C7EF7}" presName="textRect" presStyleLbl="revTx" presStyleIdx="4" presStyleCnt="5">
        <dgm:presLayoutVars>
          <dgm:chMax val="1"/>
          <dgm:chPref val="1"/>
        </dgm:presLayoutVars>
      </dgm:prSet>
      <dgm:spPr/>
    </dgm:pt>
  </dgm:ptLst>
  <dgm:cxnLst>
    <dgm:cxn modelId="{C40D5509-1135-4545-BAFC-76C911848759}" type="presOf" srcId="{BAE1113D-58E9-447E-8BA2-71EDBEBDB5F0}" destId="{981A3EF1-D155-4420-99B9-2DFEC555E81D}" srcOrd="0" destOrd="0" presId="urn:microsoft.com/office/officeart/2018/2/layout/IconCircleList"/>
    <dgm:cxn modelId="{ABB13B1D-93AC-4DD3-9676-1FA1A94557B4}" type="presOf" srcId="{618773AE-BE1D-46B5-8218-1B9E6227E1C9}" destId="{2DE9CC78-007D-4668-9982-016E351A092C}" srcOrd="0" destOrd="0" presId="urn:microsoft.com/office/officeart/2018/2/layout/IconCircleList"/>
    <dgm:cxn modelId="{59764425-AE1A-48A1-A0B8-32AB8940F0E5}" type="presOf" srcId="{C544E181-8BF2-4438-A3DC-BE0B7BF091A1}" destId="{332BC544-604F-4407-AE10-00501E5ACD02}" srcOrd="0" destOrd="0" presId="urn:microsoft.com/office/officeart/2018/2/layout/IconCircleList"/>
    <dgm:cxn modelId="{02792532-A0B2-4247-98CE-51A706A34794}" type="presOf" srcId="{D983BF35-5F1F-4596-A609-04BEF11DAB8B}" destId="{9327CAE5-E2F9-4446-9AFA-06DB04F48AE1}" srcOrd="0" destOrd="0" presId="urn:microsoft.com/office/officeart/2018/2/layout/IconCircleList"/>
    <dgm:cxn modelId="{D43CD04C-39B6-4432-883B-CBFD805ACA39}" type="presOf" srcId="{DA820F8A-3E28-4E76-B7C0-BC27585C7EF7}" destId="{CF500A0F-D624-4443-9897-7E89408276CF}" srcOrd="0" destOrd="0" presId="urn:microsoft.com/office/officeart/2018/2/layout/IconCircleList"/>
    <dgm:cxn modelId="{16DA8F78-C008-45E3-BE6B-31F6E3DE2A6D}" type="presOf" srcId="{9E45803E-0A1D-4C28-A12C-7ABE4D58E22B}" destId="{031BC91A-2C88-41AF-A688-1FC7BBE88A77}" srcOrd="0" destOrd="0" presId="urn:microsoft.com/office/officeart/2018/2/layout/IconCircleList"/>
    <dgm:cxn modelId="{C3011C7D-4A9F-4D59-B507-DBBC2E09E9A7}" type="presOf" srcId="{6B7CFEA2-7859-4119-A1C1-C9164F95613F}" destId="{033524DB-9422-4375-9CF0-C0560B2FB9C0}" srcOrd="0" destOrd="0" presId="urn:microsoft.com/office/officeart/2018/2/layout/IconCircleList"/>
    <dgm:cxn modelId="{D2EE34A5-C1EE-435D-A784-67A1727CF392}" type="presOf" srcId="{0F3B59DA-6414-46FA-AEA8-95D3B459314C}" destId="{799A8921-A15E-4566-AAEA-7CFCB00151E8}" srcOrd="0" destOrd="0" presId="urn:microsoft.com/office/officeart/2018/2/layout/IconCircleList"/>
    <dgm:cxn modelId="{C5DA19B1-FE85-4111-AF75-55F781898B7A}" type="presOf" srcId="{087A7650-331A-4AF1-9C30-12C60B744C5D}" destId="{2AFE6BB0-BB5C-4397-9DD2-FF226951F38E}" srcOrd="0" destOrd="0" presId="urn:microsoft.com/office/officeart/2018/2/layout/IconCircleList"/>
    <dgm:cxn modelId="{8B6226B2-61F0-45BD-869A-D9F66CECC20E}" srcId="{C544E181-8BF2-4438-A3DC-BE0B7BF091A1}" destId="{618773AE-BE1D-46B5-8218-1B9E6227E1C9}" srcOrd="2" destOrd="0" parTransId="{2295F70A-BE49-44B1-A543-36EB49CF9E12}" sibTransId="{6B7CFEA2-7859-4119-A1C1-C9164F95613F}"/>
    <dgm:cxn modelId="{E55DFCD5-BE86-4181-AE41-40AA95F6A8D5}" srcId="{C544E181-8BF2-4438-A3DC-BE0B7BF091A1}" destId="{DA820F8A-3E28-4E76-B7C0-BC27585C7EF7}" srcOrd="4" destOrd="0" parTransId="{C43DA22F-674D-4945-BB89-983EBE9F35B5}" sibTransId="{1260D804-27DD-4735-8566-D81C2123EF3E}"/>
    <dgm:cxn modelId="{84F147E5-EA68-44F4-A178-6904BCDD105A}" srcId="{C544E181-8BF2-4438-A3DC-BE0B7BF091A1}" destId="{0F3B59DA-6414-46FA-AEA8-95D3B459314C}" srcOrd="1" destOrd="0" parTransId="{E73551CA-2E13-4802-9FE8-65D88A2DB829}" sibTransId="{BAE1113D-58E9-447E-8BA2-71EDBEBDB5F0}"/>
    <dgm:cxn modelId="{A5C29DE7-CFEF-4554-BB53-928EE1AE78DE}" type="presOf" srcId="{25BF289D-F67E-49EF-86C3-D666E447B321}" destId="{E42BAC6A-1D9C-46EE-93B2-9A0D7C193BDE}" srcOrd="0" destOrd="0" presId="urn:microsoft.com/office/officeart/2018/2/layout/IconCircleList"/>
    <dgm:cxn modelId="{F143AFED-8D8A-4EEE-AFFD-76621182ADAE}" srcId="{C544E181-8BF2-4438-A3DC-BE0B7BF091A1}" destId="{25BF289D-F67E-49EF-86C3-D666E447B321}" srcOrd="0" destOrd="0" parTransId="{224A0B27-BB1C-4B52-8D42-63DD8664B777}" sibTransId="{087A7650-331A-4AF1-9C30-12C60B744C5D}"/>
    <dgm:cxn modelId="{EB3DCBFB-755C-472E-AFAB-A2D05B21603A}" srcId="{C544E181-8BF2-4438-A3DC-BE0B7BF091A1}" destId="{D983BF35-5F1F-4596-A609-04BEF11DAB8B}" srcOrd="3" destOrd="0" parTransId="{12EA6C90-4DBD-491A-97A0-0B74CD30786D}" sibTransId="{9E45803E-0A1D-4C28-A12C-7ABE4D58E22B}"/>
    <dgm:cxn modelId="{5CC3F120-63CF-407F-8951-4F39580C8E5D}" type="presParOf" srcId="{332BC544-604F-4407-AE10-00501E5ACD02}" destId="{C8F82C5B-EDE8-4C66-9409-D0CC1D5EB5F8}" srcOrd="0" destOrd="0" presId="urn:microsoft.com/office/officeart/2018/2/layout/IconCircleList"/>
    <dgm:cxn modelId="{AD71658D-DD94-485D-96B8-B09F63FC289F}" type="presParOf" srcId="{C8F82C5B-EDE8-4C66-9409-D0CC1D5EB5F8}" destId="{CF30AB60-D99F-4FDD-BE9C-62C5C461E27A}" srcOrd="0" destOrd="0" presId="urn:microsoft.com/office/officeart/2018/2/layout/IconCircleList"/>
    <dgm:cxn modelId="{C848BEF2-57FC-4B00-B9A9-2B8136D59378}" type="presParOf" srcId="{CF30AB60-D99F-4FDD-BE9C-62C5C461E27A}" destId="{47EAFBCC-78F0-4611-94DC-AD985243492F}" srcOrd="0" destOrd="0" presId="urn:microsoft.com/office/officeart/2018/2/layout/IconCircleList"/>
    <dgm:cxn modelId="{A25B5883-671E-4EE6-AD2D-612549A32AC0}" type="presParOf" srcId="{CF30AB60-D99F-4FDD-BE9C-62C5C461E27A}" destId="{123058D9-5C8C-44AE-8D02-99ED27DDCD29}" srcOrd="1" destOrd="0" presId="urn:microsoft.com/office/officeart/2018/2/layout/IconCircleList"/>
    <dgm:cxn modelId="{A21E1903-B390-4D16-B646-2B9AE0114C4D}" type="presParOf" srcId="{CF30AB60-D99F-4FDD-BE9C-62C5C461E27A}" destId="{605FD29F-5ABA-48D9-9DB1-7B648E6B5B56}" srcOrd="2" destOrd="0" presId="urn:microsoft.com/office/officeart/2018/2/layout/IconCircleList"/>
    <dgm:cxn modelId="{F270325D-D494-4ABB-9AFC-F45A6D666B23}" type="presParOf" srcId="{CF30AB60-D99F-4FDD-BE9C-62C5C461E27A}" destId="{E42BAC6A-1D9C-46EE-93B2-9A0D7C193BDE}" srcOrd="3" destOrd="0" presId="urn:microsoft.com/office/officeart/2018/2/layout/IconCircleList"/>
    <dgm:cxn modelId="{4526F47A-5C06-4CC2-8A8F-4DE75B875381}" type="presParOf" srcId="{C8F82C5B-EDE8-4C66-9409-D0CC1D5EB5F8}" destId="{2AFE6BB0-BB5C-4397-9DD2-FF226951F38E}" srcOrd="1" destOrd="0" presId="urn:microsoft.com/office/officeart/2018/2/layout/IconCircleList"/>
    <dgm:cxn modelId="{3F57718C-A47B-45FD-B25B-B7BB4C20AB39}" type="presParOf" srcId="{C8F82C5B-EDE8-4C66-9409-D0CC1D5EB5F8}" destId="{375CF542-8FA8-4C82-9571-86ED94A446D1}" srcOrd="2" destOrd="0" presId="urn:microsoft.com/office/officeart/2018/2/layout/IconCircleList"/>
    <dgm:cxn modelId="{4182A379-86D1-49D9-A16E-F6FE97A308B9}" type="presParOf" srcId="{375CF542-8FA8-4C82-9571-86ED94A446D1}" destId="{607E5AB2-1D64-4A64-BFD4-CDAB9B4AEF57}" srcOrd="0" destOrd="0" presId="urn:microsoft.com/office/officeart/2018/2/layout/IconCircleList"/>
    <dgm:cxn modelId="{5D7E2768-B811-4A62-B3A9-FF0B9C7F1376}" type="presParOf" srcId="{375CF542-8FA8-4C82-9571-86ED94A446D1}" destId="{BA1C2900-6771-4C25-989A-FCAA6086C6E9}" srcOrd="1" destOrd="0" presId="urn:microsoft.com/office/officeart/2018/2/layout/IconCircleList"/>
    <dgm:cxn modelId="{EF86B088-8BB4-4246-BF43-44BA425E358D}" type="presParOf" srcId="{375CF542-8FA8-4C82-9571-86ED94A446D1}" destId="{AACC0430-328E-4F3E-8448-055B3CAC084D}" srcOrd="2" destOrd="0" presId="urn:microsoft.com/office/officeart/2018/2/layout/IconCircleList"/>
    <dgm:cxn modelId="{1D010D1A-9223-43C9-9295-AA5760141B5F}" type="presParOf" srcId="{375CF542-8FA8-4C82-9571-86ED94A446D1}" destId="{799A8921-A15E-4566-AAEA-7CFCB00151E8}" srcOrd="3" destOrd="0" presId="urn:microsoft.com/office/officeart/2018/2/layout/IconCircleList"/>
    <dgm:cxn modelId="{60921FBE-7993-4E5B-A030-09C1AB28A73C}" type="presParOf" srcId="{C8F82C5B-EDE8-4C66-9409-D0CC1D5EB5F8}" destId="{981A3EF1-D155-4420-99B9-2DFEC555E81D}" srcOrd="3" destOrd="0" presId="urn:microsoft.com/office/officeart/2018/2/layout/IconCircleList"/>
    <dgm:cxn modelId="{B9D8F34F-D8D5-4D64-9260-545E1B63C2CA}" type="presParOf" srcId="{C8F82C5B-EDE8-4C66-9409-D0CC1D5EB5F8}" destId="{0C3622CC-BBD0-4C2E-ABC0-A03A7F14BD7E}" srcOrd="4" destOrd="0" presId="urn:microsoft.com/office/officeart/2018/2/layout/IconCircleList"/>
    <dgm:cxn modelId="{8FF6EF15-75DF-49DD-A9D6-8E4017B6CB4C}" type="presParOf" srcId="{0C3622CC-BBD0-4C2E-ABC0-A03A7F14BD7E}" destId="{85D48DD0-C793-44F1-81BC-F665B32436BE}" srcOrd="0" destOrd="0" presId="urn:microsoft.com/office/officeart/2018/2/layout/IconCircleList"/>
    <dgm:cxn modelId="{B26CE8EC-64EF-45D3-AAED-721652486CF3}" type="presParOf" srcId="{0C3622CC-BBD0-4C2E-ABC0-A03A7F14BD7E}" destId="{584BBE22-F030-4751-9C7E-147C3BEA572B}" srcOrd="1" destOrd="0" presId="urn:microsoft.com/office/officeart/2018/2/layout/IconCircleList"/>
    <dgm:cxn modelId="{629A8E5D-4A17-40AE-9CA3-C4563938D75B}" type="presParOf" srcId="{0C3622CC-BBD0-4C2E-ABC0-A03A7F14BD7E}" destId="{3FE7562C-6122-40FC-A94D-1547F88ED37B}" srcOrd="2" destOrd="0" presId="urn:microsoft.com/office/officeart/2018/2/layout/IconCircleList"/>
    <dgm:cxn modelId="{83D174AF-5E39-42DF-993C-7A4463EB7137}" type="presParOf" srcId="{0C3622CC-BBD0-4C2E-ABC0-A03A7F14BD7E}" destId="{2DE9CC78-007D-4668-9982-016E351A092C}" srcOrd="3" destOrd="0" presId="urn:microsoft.com/office/officeart/2018/2/layout/IconCircleList"/>
    <dgm:cxn modelId="{C8A24382-643F-4A51-82C0-349E097CA6A5}" type="presParOf" srcId="{C8F82C5B-EDE8-4C66-9409-D0CC1D5EB5F8}" destId="{033524DB-9422-4375-9CF0-C0560B2FB9C0}" srcOrd="5" destOrd="0" presId="urn:microsoft.com/office/officeart/2018/2/layout/IconCircleList"/>
    <dgm:cxn modelId="{13D9548D-3865-4B7D-92A7-B03F3EA17643}" type="presParOf" srcId="{C8F82C5B-EDE8-4C66-9409-D0CC1D5EB5F8}" destId="{231B6E55-6F78-473F-A065-3E90B14F3556}" srcOrd="6" destOrd="0" presId="urn:microsoft.com/office/officeart/2018/2/layout/IconCircleList"/>
    <dgm:cxn modelId="{E3B6C416-8155-4BDA-8DD1-68D8E2B7FCDF}" type="presParOf" srcId="{231B6E55-6F78-473F-A065-3E90B14F3556}" destId="{AF111EBC-2B1C-4621-A84A-CD16233BC8A4}" srcOrd="0" destOrd="0" presId="urn:microsoft.com/office/officeart/2018/2/layout/IconCircleList"/>
    <dgm:cxn modelId="{25140CD2-4CFB-464F-BBA3-D61A429A09E1}" type="presParOf" srcId="{231B6E55-6F78-473F-A065-3E90B14F3556}" destId="{7B539F0E-CFE4-4A0A-B7EA-10DC52C7F648}" srcOrd="1" destOrd="0" presId="urn:microsoft.com/office/officeart/2018/2/layout/IconCircleList"/>
    <dgm:cxn modelId="{8BACFDB6-34E7-4419-9AD1-18BF472DCD9C}" type="presParOf" srcId="{231B6E55-6F78-473F-A065-3E90B14F3556}" destId="{083CE38D-FBC8-4317-9AED-09146B0F648C}" srcOrd="2" destOrd="0" presId="urn:microsoft.com/office/officeart/2018/2/layout/IconCircleList"/>
    <dgm:cxn modelId="{F7F3BB66-C391-4F02-919F-539B4B1351CF}" type="presParOf" srcId="{231B6E55-6F78-473F-A065-3E90B14F3556}" destId="{9327CAE5-E2F9-4446-9AFA-06DB04F48AE1}" srcOrd="3" destOrd="0" presId="urn:microsoft.com/office/officeart/2018/2/layout/IconCircleList"/>
    <dgm:cxn modelId="{3E7DE66D-3520-4E22-B2CB-E316EA7A7021}" type="presParOf" srcId="{C8F82C5B-EDE8-4C66-9409-D0CC1D5EB5F8}" destId="{031BC91A-2C88-41AF-A688-1FC7BBE88A77}" srcOrd="7" destOrd="0" presId="urn:microsoft.com/office/officeart/2018/2/layout/IconCircleList"/>
    <dgm:cxn modelId="{9121DCF1-AB61-47C0-8E24-65B096F10F33}" type="presParOf" srcId="{C8F82C5B-EDE8-4C66-9409-D0CC1D5EB5F8}" destId="{6C579B10-494B-4929-88EB-2EE1E86B0988}" srcOrd="8" destOrd="0" presId="urn:microsoft.com/office/officeart/2018/2/layout/IconCircleList"/>
    <dgm:cxn modelId="{BE692A92-873D-4CEC-ABD9-380611E0FBB4}" type="presParOf" srcId="{6C579B10-494B-4929-88EB-2EE1E86B0988}" destId="{4B65474A-43E8-4484-BCC1-8B74EA8D72AA}" srcOrd="0" destOrd="0" presId="urn:microsoft.com/office/officeart/2018/2/layout/IconCircleList"/>
    <dgm:cxn modelId="{177C459F-1FB7-4931-91C2-C3E9E9F34431}" type="presParOf" srcId="{6C579B10-494B-4929-88EB-2EE1E86B0988}" destId="{F8F3A05D-6902-439D-BB11-C39E716FA085}" srcOrd="1" destOrd="0" presId="urn:microsoft.com/office/officeart/2018/2/layout/IconCircleList"/>
    <dgm:cxn modelId="{7F63F9D9-2514-45DD-B95E-502805AABCBA}" type="presParOf" srcId="{6C579B10-494B-4929-88EB-2EE1E86B0988}" destId="{8F9AE53D-B3C3-4846-A3A5-2C2C8423A638}" srcOrd="2" destOrd="0" presId="urn:microsoft.com/office/officeart/2018/2/layout/IconCircleList"/>
    <dgm:cxn modelId="{5503AE3F-F5E3-46F4-B540-B721413C22B7}" type="presParOf" srcId="{6C579B10-494B-4929-88EB-2EE1E86B0988}" destId="{CF500A0F-D624-4443-9897-7E89408276C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5D7DBB-D12B-4AEA-A058-A1EB831C941B}"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E96A4E5B-2D49-4727-8EE3-C0F48DC2BB32}">
      <dgm:prSet/>
      <dgm:spPr/>
      <dgm:t>
        <a:bodyPr/>
        <a:lstStyle/>
        <a:p>
          <a:r>
            <a:rPr lang="en-US"/>
            <a:t>After creating the encoding script the next step is to create the recognition script </a:t>
          </a:r>
        </a:p>
      </dgm:t>
    </dgm:pt>
    <dgm:pt modelId="{7DF6B141-10BE-446E-A14E-3471C3C22627}" type="parTrans" cxnId="{DAD5589C-9AE7-4A01-B7DD-3D1847099CDE}">
      <dgm:prSet/>
      <dgm:spPr/>
      <dgm:t>
        <a:bodyPr/>
        <a:lstStyle/>
        <a:p>
          <a:endParaRPr lang="en-US"/>
        </a:p>
      </dgm:t>
    </dgm:pt>
    <dgm:pt modelId="{CDCC8A41-DA2D-443F-BD37-7B5802FCB013}" type="sibTrans" cxnId="{DAD5589C-9AE7-4A01-B7DD-3D1847099CDE}">
      <dgm:prSet/>
      <dgm:spPr/>
      <dgm:t>
        <a:bodyPr/>
        <a:lstStyle/>
        <a:p>
          <a:endParaRPr lang="en-US"/>
        </a:p>
      </dgm:t>
    </dgm:pt>
    <dgm:pt modelId="{7494781B-DD3F-43E2-A785-234F10713EE3}">
      <dgm:prSet/>
      <dgm:spPr/>
      <dgm:t>
        <a:bodyPr/>
        <a:lstStyle/>
        <a:p>
          <a:r>
            <a:rPr lang="en-US"/>
            <a:t>loading the pre-computed encodings with face names and then construct the 128-d face encoding for the input image</a:t>
          </a:r>
        </a:p>
      </dgm:t>
    </dgm:pt>
    <dgm:pt modelId="{6DDABE9D-584F-4784-BFC4-92E2B6AB458E}" type="parTrans" cxnId="{8ACB1610-A578-4917-85DE-B3D6C9517917}">
      <dgm:prSet/>
      <dgm:spPr/>
      <dgm:t>
        <a:bodyPr/>
        <a:lstStyle/>
        <a:p>
          <a:endParaRPr lang="en-US"/>
        </a:p>
      </dgm:t>
    </dgm:pt>
    <dgm:pt modelId="{D201C70B-B465-48B3-B01A-3CE1D73DE48A}" type="sibTrans" cxnId="{8ACB1610-A578-4917-85DE-B3D6C9517917}">
      <dgm:prSet/>
      <dgm:spPr/>
      <dgm:t>
        <a:bodyPr/>
        <a:lstStyle/>
        <a:p>
          <a:endParaRPr lang="en-US"/>
        </a:p>
      </dgm:t>
    </dgm:pt>
    <dgm:pt modelId="{273B2D93-B8D7-4B4D-A297-AF5B6E3E24E3}">
      <dgm:prSet/>
      <dgm:spPr/>
      <dgm:t>
        <a:bodyPr/>
        <a:lstStyle/>
        <a:p>
          <a:r>
            <a:rPr lang="en-US"/>
            <a:t>detect all faces in the input image and compute their 128-d encodings then initialize a list of names for each face that is detected</a:t>
          </a:r>
        </a:p>
      </dgm:t>
    </dgm:pt>
    <dgm:pt modelId="{5020DCD0-727F-4028-B30E-3274CB8401BD}" type="parTrans" cxnId="{49B7CB2E-B27F-4BE1-818E-5AB9524CFF8E}">
      <dgm:prSet/>
      <dgm:spPr/>
      <dgm:t>
        <a:bodyPr/>
        <a:lstStyle/>
        <a:p>
          <a:endParaRPr lang="en-US"/>
        </a:p>
      </dgm:t>
    </dgm:pt>
    <dgm:pt modelId="{E9B4EEE2-8717-4F2A-B1C8-162CF09F0454}" type="sibTrans" cxnId="{49B7CB2E-B27F-4BE1-818E-5AB9524CFF8E}">
      <dgm:prSet/>
      <dgm:spPr/>
      <dgm:t>
        <a:bodyPr/>
        <a:lstStyle/>
        <a:p>
          <a:endParaRPr lang="en-US"/>
        </a:p>
      </dgm:t>
    </dgm:pt>
    <dgm:pt modelId="{8C29128A-A39A-4A75-8C50-78597EB72163}">
      <dgm:prSet/>
      <dgm:spPr/>
      <dgm:t>
        <a:bodyPr/>
        <a:lstStyle/>
        <a:p>
          <a:r>
            <a:rPr lang="en-US" dirty="0"/>
            <a:t>Then attempt to match each face in the input image (encoding) to our known encodings dataset which returns a list of True/False values, one for each image in our dataset and get the value of the most accurate prediction and it prints the image  with the highest most predicted name  with a bonding box on the face with name </a:t>
          </a:r>
        </a:p>
      </dgm:t>
    </dgm:pt>
    <dgm:pt modelId="{5D5459C0-B1FF-44DD-BBCA-A8332639544E}" type="parTrans" cxnId="{12474DB6-AC3A-40BA-87D2-50E6033291C3}">
      <dgm:prSet/>
      <dgm:spPr/>
      <dgm:t>
        <a:bodyPr/>
        <a:lstStyle/>
        <a:p>
          <a:endParaRPr lang="en-US"/>
        </a:p>
      </dgm:t>
    </dgm:pt>
    <dgm:pt modelId="{3912421E-64D7-47DC-A86B-A57E4A58B6E5}" type="sibTrans" cxnId="{12474DB6-AC3A-40BA-87D2-50E6033291C3}">
      <dgm:prSet/>
      <dgm:spPr/>
      <dgm:t>
        <a:bodyPr/>
        <a:lstStyle/>
        <a:p>
          <a:endParaRPr lang="en-US"/>
        </a:p>
      </dgm:t>
    </dgm:pt>
    <dgm:pt modelId="{C53048AC-6488-498B-B829-67BB94E98B63}" type="pres">
      <dgm:prSet presAssocID="{B05D7DBB-D12B-4AEA-A058-A1EB831C941B}" presName="root" presStyleCnt="0">
        <dgm:presLayoutVars>
          <dgm:dir/>
          <dgm:resizeHandles val="exact"/>
        </dgm:presLayoutVars>
      </dgm:prSet>
      <dgm:spPr/>
    </dgm:pt>
    <dgm:pt modelId="{A6876FCF-8853-48DB-8F51-16890CD39172}" type="pres">
      <dgm:prSet presAssocID="{E96A4E5B-2D49-4727-8EE3-C0F48DC2BB32}" presName="compNode" presStyleCnt="0"/>
      <dgm:spPr/>
    </dgm:pt>
    <dgm:pt modelId="{A113F5BE-A493-4515-A9D6-90AC86399546}" type="pres">
      <dgm:prSet presAssocID="{E96A4E5B-2D49-4727-8EE3-C0F48DC2BB32}" presName="bgRect" presStyleLbl="bgShp" presStyleIdx="0" presStyleCnt="4"/>
      <dgm:spPr/>
    </dgm:pt>
    <dgm:pt modelId="{5557F05B-D72B-4ED0-941B-54FACA16A732}" type="pres">
      <dgm:prSet presAssocID="{E96A4E5B-2D49-4727-8EE3-C0F48DC2BB3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1EE9BF23-693B-4BF3-AB8C-EFA292CD3F34}" type="pres">
      <dgm:prSet presAssocID="{E96A4E5B-2D49-4727-8EE3-C0F48DC2BB32}" presName="spaceRect" presStyleCnt="0"/>
      <dgm:spPr/>
    </dgm:pt>
    <dgm:pt modelId="{61B06948-E872-46F0-AB9A-5EB20830F170}" type="pres">
      <dgm:prSet presAssocID="{E96A4E5B-2D49-4727-8EE3-C0F48DC2BB32}" presName="parTx" presStyleLbl="revTx" presStyleIdx="0" presStyleCnt="4">
        <dgm:presLayoutVars>
          <dgm:chMax val="0"/>
          <dgm:chPref val="0"/>
        </dgm:presLayoutVars>
      </dgm:prSet>
      <dgm:spPr/>
    </dgm:pt>
    <dgm:pt modelId="{3DDF4507-AC81-453C-82A8-58F0FCCA5FE4}" type="pres">
      <dgm:prSet presAssocID="{CDCC8A41-DA2D-443F-BD37-7B5802FCB013}" presName="sibTrans" presStyleCnt="0"/>
      <dgm:spPr/>
    </dgm:pt>
    <dgm:pt modelId="{5A260DBF-006B-4621-8E11-6B987F37D082}" type="pres">
      <dgm:prSet presAssocID="{7494781B-DD3F-43E2-A785-234F10713EE3}" presName="compNode" presStyleCnt="0"/>
      <dgm:spPr/>
    </dgm:pt>
    <dgm:pt modelId="{688B88ED-81DC-4057-8851-57994139F25C}" type="pres">
      <dgm:prSet presAssocID="{7494781B-DD3F-43E2-A785-234F10713EE3}" presName="bgRect" presStyleLbl="bgShp" presStyleIdx="1" presStyleCnt="4"/>
      <dgm:spPr/>
    </dgm:pt>
    <dgm:pt modelId="{062886ED-D11D-4844-8C10-A962CFEA5327}" type="pres">
      <dgm:prSet presAssocID="{7494781B-DD3F-43E2-A785-234F10713EE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rCode1"/>
        </a:ext>
      </dgm:extLst>
    </dgm:pt>
    <dgm:pt modelId="{2C1954BF-84DB-44E0-964E-D9A3F4E5D4C8}" type="pres">
      <dgm:prSet presAssocID="{7494781B-DD3F-43E2-A785-234F10713EE3}" presName="spaceRect" presStyleCnt="0"/>
      <dgm:spPr/>
    </dgm:pt>
    <dgm:pt modelId="{ACA24D6E-FCDD-4F46-9BC5-A286A0745731}" type="pres">
      <dgm:prSet presAssocID="{7494781B-DD3F-43E2-A785-234F10713EE3}" presName="parTx" presStyleLbl="revTx" presStyleIdx="1" presStyleCnt="4">
        <dgm:presLayoutVars>
          <dgm:chMax val="0"/>
          <dgm:chPref val="0"/>
        </dgm:presLayoutVars>
      </dgm:prSet>
      <dgm:spPr/>
    </dgm:pt>
    <dgm:pt modelId="{94B6DABE-A099-4B4C-A64B-38559A8B7AE3}" type="pres">
      <dgm:prSet presAssocID="{D201C70B-B465-48B3-B01A-3CE1D73DE48A}" presName="sibTrans" presStyleCnt="0"/>
      <dgm:spPr/>
    </dgm:pt>
    <dgm:pt modelId="{44010AE9-BC40-41BF-BACB-3B68DE0CB468}" type="pres">
      <dgm:prSet presAssocID="{273B2D93-B8D7-4B4D-A297-AF5B6E3E24E3}" presName="compNode" presStyleCnt="0"/>
      <dgm:spPr/>
    </dgm:pt>
    <dgm:pt modelId="{7D92BD4C-19EA-4DAF-BABF-E3380E6139C0}" type="pres">
      <dgm:prSet presAssocID="{273B2D93-B8D7-4B4D-A297-AF5B6E3E24E3}" presName="bgRect" presStyleLbl="bgShp" presStyleIdx="2" presStyleCnt="4"/>
      <dgm:spPr/>
    </dgm:pt>
    <dgm:pt modelId="{2637536A-DB26-4C88-98A4-A029CCF1B7CC}" type="pres">
      <dgm:prSet presAssocID="{273B2D93-B8D7-4B4D-A297-AF5B6E3E24E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03855337-0593-4518-B556-8F7C015609E3}" type="pres">
      <dgm:prSet presAssocID="{273B2D93-B8D7-4B4D-A297-AF5B6E3E24E3}" presName="spaceRect" presStyleCnt="0"/>
      <dgm:spPr/>
    </dgm:pt>
    <dgm:pt modelId="{56E2782C-06F3-40A8-9029-7FEFA84B298E}" type="pres">
      <dgm:prSet presAssocID="{273B2D93-B8D7-4B4D-A297-AF5B6E3E24E3}" presName="parTx" presStyleLbl="revTx" presStyleIdx="2" presStyleCnt="4">
        <dgm:presLayoutVars>
          <dgm:chMax val="0"/>
          <dgm:chPref val="0"/>
        </dgm:presLayoutVars>
      </dgm:prSet>
      <dgm:spPr/>
    </dgm:pt>
    <dgm:pt modelId="{9474F201-DFB3-40D1-9911-3D92A86E7537}" type="pres">
      <dgm:prSet presAssocID="{E9B4EEE2-8717-4F2A-B1C8-162CF09F0454}" presName="sibTrans" presStyleCnt="0"/>
      <dgm:spPr/>
    </dgm:pt>
    <dgm:pt modelId="{EA2A6225-9DC1-4595-A9C8-0CD1AD40A72A}" type="pres">
      <dgm:prSet presAssocID="{8C29128A-A39A-4A75-8C50-78597EB72163}" presName="compNode" presStyleCnt="0"/>
      <dgm:spPr/>
    </dgm:pt>
    <dgm:pt modelId="{00C5873B-162E-4BF1-8291-E33BC3FF3207}" type="pres">
      <dgm:prSet presAssocID="{8C29128A-A39A-4A75-8C50-78597EB72163}" presName="bgRect" presStyleLbl="bgShp" presStyleIdx="3" presStyleCnt="4"/>
      <dgm:spPr/>
    </dgm:pt>
    <dgm:pt modelId="{25A4F9F5-CDEF-4AA4-90C9-803172423DD2}" type="pres">
      <dgm:prSet presAssocID="{8C29128A-A39A-4A75-8C50-78597EB7216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C0E15031-E427-4D5F-8ABE-D53CEDD2B6EF}" type="pres">
      <dgm:prSet presAssocID="{8C29128A-A39A-4A75-8C50-78597EB72163}" presName="spaceRect" presStyleCnt="0"/>
      <dgm:spPr/>
    </dgm:pt>
    <dgm:pt modelId="{6370BCB8-14A1-4AE1-9BCD-A23E3E8F515A}" type="pres">
      <dgm:prSet presAssocID="{8C29128A-A39A-4A75-8C50-78597EB72163}" presName="parTx" presStyleLbl="revTx" presStyleIdx="3" presStyleCnt="4" custLinFactNeighborX="384" custLinFactNeighborY="21779">
        <dgm:presLayoutVars>
          <dgm:chMax val="0"/>
          <dgm:chPref val="0"/>
        </dgm:presLayoutVars>
      </dgm:prSet>
      <dgm:spPr/>
    </dgm:pt>
  </dgm:ptLst>
  <dgm:cxnLst>
    <dgm:cxn modelId="{8ACB1610-A578-4917-85DE-B3D6C9517917}" srcId="{B05D7DBB-D12B-4AEA-A058-A1EB831C941B}" destId="{7494781B-DD3F-43E2-A785-234F10713EE3}" srcOrd="1" destOrd="0" parTransId="{6DDABE9D-584F-4784-BFC4-92E2B6AB458E}" sibTransId="{D201C70B-B465-48B3-B01A-3CE1D73DE48A}"/>
    <dgm:cxn modelId="{80087613-0F47-444C-BA03-BFDE621A4A4F}" type="presOf" srcId="{8C29128A-A39A-4A75-8C50-78597EB72163}" destId="{6370BCB8-14A1-4AE1-9BCD-A23E3E8F515A}" srcOrd="0" destOrd="0" presId="urn:microsoft.com/office/officeart/2018/2/layout/IconVerticalSolidList"/>
    <dgm:cxn modelId="{ADB05418-D614-4E6D-8C3B-F49AA917ADE8}" type="presOf" srcId="{7494781B-DD3F-43E2-A785-234F10713EE3}" destId="{ACA24D6E-FCDD-4F46-9BC5-A286A0745731}" srcOrd="0" destOrd="0" presId="urn:microsoft.com/office/officeart/2018/2/layout/IconVerticalSolidList"/>
    <dgm:cxn modelId="{49B7CB2E-B27F-4BE1-818E-5AB9524CFF8E}" srcId="{B05D7DBB-D12B-4AEA-A058-A1EB831C941B}" destId="{273B2D93-B8D7-4B4D-A297-AF5B6E3E24E3}" srcOrd="2" destOrd="0" parTransId="{5020DCD0-727F-4028-B30E-3274CB8401BD}" sibTransId="{E9B4EEE2-8717-4F2A-B1C8-162CF09F0454}"/>
    <dgm:cxn modelId="{EB736B7C-372A-4DE6-A1D3-782B7D4F1309}" type="presOf" srcId="{B05D7DBB-D12B-4AEA-A058-A1EB831C941B}" destId="{C53048AC-6488-498B-B829-67BB94E98B63}" srcOrd="0" destOrd="0" presId="urn:microsoft.com/office/officeart/2018/2/layout/IconVerticalSolidList"/>
    <dgm:cxn modelId="{DAD5589C-9AE7-4A01-B7DD-3D1847099CDE}" srcId="{B05D7DBB-D12B-4AEA-A058-A1EB831C941B}" destId="{E96A4E5B-2D49-4727-8EE3-C0F48DC2BB32}" srcOrd="0" destOrd="0" parTransId="{7DF6B141-10BE-446E-A14E-3471C3C22627}" sibTransId="{CDCC8A41-DA2D-443F-BD37-7B5802FCB013}"/>
    <dgm:cxn modelId="{12474DB6-AC3A-40BA-87D2-50E6033291C3}" srcId="{B05D7DBB-D12B-4AEA-A058-A1EB831C941B}" destId="{8C29128A-A39A-4A75-8C50-78597EB72163}" srcOrd="3" destOrd="0" parTransId="{5D5459C0-B1FF-44DD-BBCA-A8332639544E}" sibTransId="{3912421E-64D7-47DC-A86B-A57E4A58B6E5}"/>
    <dgm:cxn modelId="{8FBD83B7-81D1-4410-912C-A5C87549C111}" type="presOf" srcId="{273B2D93-B8D7-4B4D-A297-AF5B6E3E24E3}" destId="{56E2782C-06F3-40A8-9029-7FEFA84B298E}" srcOrd="0" destOrd="0" presId="urn:microsoft.com/office/officeart/2018/2/layout/IconVerticalSolidList"/>
    <dgm:cxn modelId="{1F776FBA-BA5D-43F6-B1CB-E5D9013D1A7E}" type="presOf" srcId="{E96A4E5B-2D49-4727-8EE3-C0F48DC2BB32}" destId="{61B06948-E872-46F0-AB9A-5EB20830F170}" srcOrd="0" destOrd="0" presId="urn:microsoft.com/office/officeart/2018/2/layout/IconVerticalSolidList"/>
    <dgm:cxn modelId="{4E542793-EF2A-448F-918B-960F28C51D0A}" type="presParOf" srcId="{C53048AC-6488-498B-B829-67BB94E98B63}" destId="{A6876FCF-8853-48DB-8F51-16890CD39172}" srcOrd="0" destOrd="0" presId="urn:microsoft.com/office/officeart/2018/2/layout/IconVerticalSolidList"/>
    <dgm:cxn modelId="{EA471FBA-E65A-438C-93DD-42E0248C5E3E}" type="presParOf" srcId="{A6876FCF-8853-48DB-8F51-16890CD39172}" destId="{A113F5BE-A493-4515-A9D6-90AC86399546}" srcOrd="0" destOrd="0" presId="urn:microsoft.com/office/officeart/2018/2/layout/IconVerticalSolidList"/>
    <dgm:cxn modelId="{C1E1C0A8-CA1E-440C-997E-6223BFF8EA2C}" type="presParOf" srcId="{A6876FCF-8853-48DB-8F51-16890CD39172}" destId="{5557F05B-D72B-4ED0-941B-54FACA16A732}" srcOrd="1" destOrd="0" presId="urn:microsoft.com/office/officeart/2018/2/layout/IconVerticalSolidList"/>
    <dgm:cxn modelId="{23213EB6-7D7A-4BCE-9C0C-4C9C08B43A6C}" type="presParOf" srcId="{A6876FCF-8853-48DB-8F51-16890CD39172}" destId="{1EE9BF23-693B-4BF3-AB8C-EFA292CD3F34}" srcOrd="2" destOrd="0" presId="urn:microsoft.com/office/officeart/2018/2/layout/IconVerticalSolidList"/>
    <dgm:cxn modelId="{13874B4F-F25C-4449-823F-423BB5E32BEA}" type="presParOf" srcId="{A6876FCF-8853-48DB-8F51-16890CD39172}" destId="{61B06948-E872-46F0-AB9A-5EB20830F170}" srcOrd="3" destOrd="0" presId="urn:microsoft.com/office/officeart/2018/2/layout/IconVerticalSolidList"/>
    <dgm:cxn modelId="{EB0A94E2-0FE4-4801-8CFB-8F5A29EB1344}" type="presParOf" srcId="{C53048AC-6488-498B-B829-67BB94E98B63}" destId="{3DDF4507-AC81-453C-82A8-58F0FCCA5FE4}" srcOrd="1" destOrd="0" presId="urn:microsoft.com/office/officeart/2018/2/layout/IconVerticalSolidList"/>
    <dgm:cxn modelId="{FEE5A7D9-316C-4811-A244-ED1CD16721FF}" type="presParOf" srcId="{C53048AC-6488-498B-B829-67BB94E98B63}" destId="{5A260DBF-006B-4621-8E11-6B987F37D082}" srcOrd="2" destOrd="0" presId="urn:microsoft.com/office/officeart/2018/2/layout/IconVerticalSolidList"/>
    <dgm:cxn modelId="{CEF37F63-4D21-49C9-8618-86B1B187E1DC}" type="presParOf" srcId="{5A260DBF-006B-4621-8E11-6B987F37D082}" destId="{688B88ED-81DC-4057-8851-57994139F25C}" srcOrd="0" destOrd="0" presId="urn:microsoft.com/office/officeart/2018/2/layout/IconVerticalSolidList"/>
    <dgm:cxn modelId="{E56598C9-04EA-469A-8716-1DD947EC25BB}" type="presParOf" srcId="{5A260DBF-006B-4621-8E11-6B987F37D082}" destId="{062886ED-D11D-4844-8C10-A962CFEA5327}" srcOrd="1" destOrd="0" presId="urn:microsoft.com/office/officeart/2018/2/layout/IconVerticalSolidList"/>
    <dgm:cxn modelId="{0561037D-4B87-44B7-874E-203863280766}" type="presParOf" srcId="{5A260DBF-006B-4621-8E11-6B987F37D082}" destId="{2C1954BF-84DB-44E0-964E-D9A3F4E5D4C8}" srcOrd="2" destOrd="0" presId="urn:microsoft.com/office/officeart/2018/2/layout/IconVerticalSolidList"/>
    <dgm:cxn modelId="{EA9C1EF4-041C-4048-9812-9DA3C4F230DD}" type="presParOf" srcId="{5A260DBF-006B-4621-8E11-6B987F37D082}" destId="{ACA24D6E-FCDD-4F46-9BC5-A286A0745731}" srcOrd="3" destOrd="0" presId="urn:microsoft.com/office/officeart/2018/2/layout/IconVerticalSolidList"/>
    <dgm:cxn modelId="{E1C390EC-B67A-4B79-9E0A-1E63D366AB57}" type="presParOf" srcId="{C53048AC-6488-498B-B829-67BB94E98B63}" destId="{94B6DABE-A099-4B4C-A64B-38559A8B7AE3}" srcOrd="3" destOrd="0" presId="urn:microsoft.com/office/officeart/2018/2/layout/IconVerticalSolidList"/>
    <dgm:cxn modelId="{5C89D574-6613-4C2F-9BA2-6342979B6ADC}" type="presParOf" srcId="{C53048AC-6488-498B-B829-67BB94E98B63}" destId="{44010AE9-BC40-41BF-BACB-3B68DE0CB468}" srcOrd="4" destOrd="0" presId="urn:microsoft.com/office/officeart/2018/2/layout/IconVerticalSolidList"/>
    <dgm:cxn modelId="{821485F2-2112-4426-90BB-85DC4C14FE9E}" type="presParOf" srcId="{44010AE9-BC40-41BF-BACB-3B68DE0CB468}" destId="{7D92BD4C-19EA-4DAF-BABF-E3380E6139C0}" srcOrd="0" destOrd="0" presId="urn:microsoft.com/office/officeart/2018/2/layout/IconVerticalSolidList"/>
    <dgm:cxn modelId="{98AE8EAE-EE6E-4BB7-99AD-55DD13E094F1}" type="presParOf" srcId="{44010AE9-BC40-41BF-BACB-3B68DE0CB468}" destId="{2637536A-DB26-4C88-98A4-A029CCF1B7CC}" srcOrd="1" destOrd="0" presId="urn:microsoft.com/office/officeart/2018/2/layout/IconVerticalSolidList"/>
    <dgm:cxn modelId="{DB9D7FF9-42F3-4EA3-B099-C084421692AF}" type="presParOf" srcId="{44010AE9-BC40-41BF-BACB-3B68DE0CB468}" destId="{03855337-0593-4518-B556-8F7C015609E3}" srcOrd="2" destOrd="0" presId="urn:microsoft.com/office/officeart/2018/2/layout/IconVerticalSolidList"/>
    <dgm:cxn modelId="{65CD31FD-DF2A-42F2-A85D-8B739FABD172}" type="presParOf" srcId="{44010AE9-BC40-41BF-BACB-3B68DE0CB468}" destId="{56E2782C-06F3-40A8-9029-7FEFA84B298E}" srcOrd="3" destOrd="0" presId="urn:microsoft.com/office/officeart/2018/2/layout/IconVerticalSolidList"/>
    <dgm:cxn modelId="{2B3D5DDC-B79F-486B-9327-3982AF84AAF0}" type="presParOf" srcId="{C53048AC-6488-498B-B829-67BB94E98B63}" destId="{9474F201-DFB3-40D1-9911-3D92A86E7537}" srcOrd="5" destOrd="0" presId="urn:microsoft.com/office/officeart/2018/2/layout/IconVerticalSolidList"/>
    <dgm:cxn modelId="{456DD0B9-166C-4B4D-899A-915B58D36754}" type="presParOf" srcId="{C53048AC-6488-498B-B829-67BB94E98B63}" destId="{EA2A6225-9DC1-4595-A9C8-0CD1AD40A72A}" srcOrd="6" destOrd="0" presId="urn:microsoft.com/office/officeart/2018/2/layout/IconVerticalSolidList"/>
    <dgm:cxn modelId="{C4A8FFBC-685C-4E82-9B64-6E2F890F9DF3}" type="presParOf" srcId="{EA2A6225-9DC1-4595-A9C8-0CD1AD40A72A}" destId="{00C5873B-162E-4BF1-8291-E33BC3FF3207}" srcOrd="0" destOrd="0" presId="urn:microsoft.com/office/officeart/2018/2/layout/IconVerticalSolidList"/>
    <dgm:cxn modelId="{ACF619AF-23FB-460D-83CC-1E8263F0D7D3}" type="presParOf" srcId="{EA2A6225-9DC1-4595-A9C8-0CD1AD40A72A}" destId="{25A4F9F5-CDEF-4AA4-90C9-803172423DD2}" srcOrd="1" destOrd="0" presId="urn:microsoft.com/office/officeart/2018/2/layout/IconVerticalSolidList"/>
    <dgm:cxn modelId="{53103560-1341-4D33-8F59-B5B41FF20DE3}" type="presParOf" srcId="{EA2A6225-9DC1-4595-A9C8-0CD1AD40A72A}" destId="{C0E15031-E427-4D5F-8ABE-D53CEDD2B6EF}" srcOrd="2" destOrd="0" presId="urn:microsoft.com/office/officeart/2018/2/layout/IconVerticalSolidList"/>
    <dgm:cxn modelId="{7B4AD692-895C-490D-B9B4-E75FAFE6D184}" type="presParOf" srcId="{EA2A6225-9DC1-4595-A9C8-0CD1AD40A72A}" destId="{6370BCB8-14A1-4AE1-9BCD-A23E3E8F515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AFBCC-78F0-4611-94DC-AD985243492F}">
      <dsp:nvSpPr>
        <dsp:cNvPr id="0" name=""/>
        <dsp:cNvSpPr/>
      </dsp:nvSpPr>
      <dsp:spPr>
        <a:xfrm>
          <a:off x="113132" y="611193"/>
          <a:ext cx="730153" cy="73015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3058D9-5C8C-44AE-8D02-99ED27DDCD29}">
      <dsp:nvSpPr>
        <dsp:cNvPr id="0" name=""/>
        <dsp:cNvSpPr/>
      </dsp:nvSpPr>
      <dsp:spPr>
        <a:xfrm>
          <a:off x="266465" y="764526"/>
          <a:ext cx="423489" cy="4234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2BAC6A-1D9C-46EE-93B2-9A0D7C193BDE}">
      <dsp:nvSpPr>
        <dsp:cNvPr id="0" name=""/>
        <dsp:cNvSpPr/>
      </dsp:nvSpPr>
      <dsp:spPr>
        <a:xfrm>
          <a:off x="999748" y="611193"/>
          <a:ext cx="1721076" cy="73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 Creating command line arguments  that are processed at runtime with </a:t>
          </a:r>
          <a:r>
            <a:rPr lang="en-US" sz="1300" kern="1200" dirty="0" err="1"/>
            <a:t>argparse</a:t>
          </a:r>
          <a:endParaRPr lang="en-US" sz="1300" kern="1200" dirty="0"/>
        </a:p>
      </dsp:txBody>
      <dsp:txXfrm>
        <a:off x="999748" y="611193"/>
        <a:ext cx="1721076" cy="730153"/>
      </dsp:txXfrm>
    </dsp:sp>
    <dsp:sp modelId="{607E5AB2-1D64-4A64-BFD4-CDAB9B4AEF57}">
      <dsp:nvSpPr>
        <dsp:cNvPr id="0" name=""/>
        <dsp:cNvSpPr/>
      </dsp:nvSpPr>
      <dsp:spPr>
        <a:xfrm>
          <a:off x="3020709" y="611193"/>
          <a:ext cx="730153" cy="73015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C2900-6771-4C25-989A-FCAA6086C6E9}">
      <dsp:nvSpPr>
        <dsp:cNvPr id="0" name=""/>
        <dsp:cNvSpPr/>
      </dsp:nvSpPr>
      <dsp:spPr>
        <a:xfrm>
          <a:off x="3174041" y="764526"/>
          <a:ext cx="423489" cy="4234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9A8921-A15E-4566-AAEA-7CFCB00151E8}">
      <dsp:nvSpPr>
        <dsp:cNvPr id="0" name=""/>
        <dsp:cNvSpPr/>
      </dsp:nvSpPr>
      <dsp:spPr>
        <a:xfrm>
          <a:off x="3907324" y="611193"/>
          <a:ext cx="1721076" cy="73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0" i="0" kern="1200" dirty="0"/>
            <a:t>localize the face and compute encodings</a:t>
          </a:r>
          <a:endParaRPr lang="en-US" sz="1300" kern="1200" dirty="0"/>
        </a:p>
      </dsp:txBody>
      <dsp:txXfrm>
        <a:off x="3907324" y="611193"/>
        <a:ext cx="1721076" cy="730153"/>
      </dsp:txXfrm>
    </dsp:sp>
    <dsp:sp modelId="{85D48DD0-C793-44F1-81BC-F665B32436BE}">
      <dsp:nvSpPr>
        <dsp:cNvPr id="0" name=""/>
        <dsp:cNvSpPr/>
      </dsp:nvSpPr>
      <dsp:spPr>
        <a:xfrm>
          <a:off x="113132" y="2220414"/>
          <a:ext cx="730153" cy="73015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4BBE22-F030-4751-9C7E-147C3BEA572B}">
      <dsp:nvSpPr>
        <dsp:cNvPr id="0" name=""/>
        <dsp:cNvSpPr/>
      </dsp:nvSpPr>
      <dsp:spPr>
        <a:xfrm>
          <a:off x="266465" y="2373746"/>
          <a:ext cx="423489" cy="4234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DE9CC78-007D-4668-9982-016E351A092C}">
      <dsp:nvSpPr>
        <dsp:cNvPr id="0" name=""/>
        <dsp:cNvSpPr/>
      </dsp:nvSpPr>
      <dsp:spPr>
        <a:xfrm>
          <a:off x="999748" y="2220414"/>
          <a:ext cx="1721076" cy="73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Constructing </a:t>
          </a:r>
          <a:r>
            <a:rPr lang="en-US" sz="1300" kern="1200" dirty="0" err="1"/>
            <a:t>dict</a:t>
          </a:r>
          <a:r>
            <a:rPr lang="en-US" sz="1300" kern="1200" dirty="0"/>
            <a:t> with two keys which are encodings and name</a:t>
          </a:r>
        </a:p>
      </dsp:txBody>
      <dsp:txXfrm>
        <a:off x="999748" y="2220414"/>
        <a:ext cx="1721076" cy="730153"/>
      </dsp:txXfrm>
    </dsp:sp>
    <dsp:sp modelId="{AF111EBC-2B1C-4621-A84A-CD16233BC8A4}">
      <dsp:nvSpPr>
        <dsp:cNvPr id="0" name=""/>
        <dsp:cNvSpPr/>
      </dsp:nvSpPr>
      <dsp:spPr>
        <a:xfrm>
          <a:off x="3020709" y="2220414"/>
          <a:ext cx="730153" cy="73015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539F0E-CFE4-4A0A-B7EA-10DC52C7F648}">
      <dsp:nvSpPr>
        <dsp:cNvPr id="0" name=""/>
        <dsp:cNvSpPr/>
      </dsp:nvSpPr>
      <dsp:spPr>
        <a:xfrm>
          <a:off x="3174041" y="2373746"/>
          <a:ext cx="423489" cy="4234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327CAE5-E2F9-4446-9AFA-06DB04F48AE1}">
      <dsp:nvSpPr>
        <dsp:cNvPr id="0" name=""/>
        <dsp:cNvSpPr/>
      </dsp:nvSpPr>
      <dsp:spPr>
        <a:xfrm>
          <a:off x="3907324" y="2220414"/>
          <a:ext cx="1721076" cy="73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Then we dump the names and encoding to disk for future recall</a:t>
          </a:r>
        </a:p>
      </dsp:txBody>
      <dsp:txXfrm>
        <a:off x="3907324" y="2220414"/>
        <a:ext cx="1721076" cy="730153"/>
      </dsp:txXfrm>
    </dsp:sp>
    <dsp:sp modelId="{4B65474A-43E8-4484-BCC1-8B74EA8D72AA}">
      <dsp:nvSpPr>
        <dsp:cNvPr id="0" name=""/>
        <dsp:cNvSpPr/>
      </dsp:nvSpPr>
      <dsp:spPr>
        <a:xfrm>
          <a:off x="113132" y="3829635"/>
          <a:ext cx="730153" cy="73015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3A05D-6902-439D-BB11-C39E716FA085}">
      <dsp:nvSpPr>
        <dsp:cNvPr id="0" name=""/>
        <dsp:cNvSpPr/>
      </dsp:nvSpPr>
      <dsp:spPr>
        <a:xfrm>
          <a:off x="266465" y="3982967"/>
          <a:ext cx="423489" cy="42348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F500A0F-D624-4443-9897-7E89408276CF}">
      <dsp:nvSpPr>
        <dsp:cNvPr id="0" name=""/>
        <dsp:cNvSpPr/>
      </dsp:nvSpPr>
      <dsp:spPr>
        <a:xfrm>
          <a:off x="999748" y="3829635"/>
          <a:ext cx="1721076" cy="730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Then save it into a .pickle file </a:t>
          </a:r>
        </a:p>
      </dsp:txBody>
      <dsp:txXfrm>
        <a:off x="999748" y="3829635"/>
        <a:ext cx="1721076" cy="730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3F5BE-A493-4515-A9D6-90AC86399546}">
      <dsp:nvSpPr>
        <dsp:cNvPr id="0" name=""/>
        <dsp:cNvSpPr/>
      </dsp:nvSpPr>
      <dsp:spPr>
        <a:xfrm>
          <a:off x="0" y="3056"/>
          <a:ext cx="10131425" cy="66946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57F05B-D72B-4ED0-941B-54FACA16A732}">
      <dsp:nvSpPr>
        <dsp:cNvPr id="0" name=""/>
        <dsp:cNvSpPr/>
      </dsp:nvSpPr>
      <dsp:spPr>
        <a:xfrm>
          <a:off x="202511" y="153684"/>
          <a:ext cx="368563" cy="3682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B06948-E872-46F0-AB9A-5EB20830F170}">
      <dsp:nvSpPr>
        <dsp:cNvPr id="0" name=""/>
        <dsp:cNvSpPr/>
      </dsp:nvSpPr>
      <dsp:spPr>
        <a:xfrm>
          <a:off x="773587" y="3056"/>
          <a:ext cx="9334406" cy="711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80" tIns="75280" rIns="75280" bIns="75280" numCol="1" spcCol="1270" anchor="ctr" anchorCtr="0">
          <a:noAutofit/>
        </a:bodyPr>
        <a:lstStyle/>
        <a:p>
          <a:pPr marL="0" lvl="0" indent="0" algn="l" defTabSz="622300">
            <a:lnSpc>
              <a:spcPct val="90000"/>
            </a:lnSpc>
            <a:spcBef>
              <a:spcPct val="0"/>
            </a:spcBef>
            <a:spcAft>
              <a:spcPct val="35000"/>
            </a:spcAft>
            <a:buNone/>
          </a:pPr>
          <a:r>
            <a:rPr lang="en-US" sz="1400" kern="1200"/>
            <a:t>After creating the encoding script the next step is to create the recognition script </a:t>
          </a:r>
        </a:p>
      </dsp:txBody>
      <dsp:txXfrm>
        <a:off x="773587" y="3056"/>
        <a:ext cx="9334406" cy="711302"/>
      </dsp:txXfrm>
    </dsp:sp>
    <dsp:sp modelId="{688B88ED-81DC-4057-8851-57994139F25C}">
      <dsp:nvSpPr>
        <dsp:cNvPr id="0" name=""/>
        <dsp:cNvSpPr/>
      </dsp:nvSpPr>
      <dsp:spPr>
        <a:xfrm>
          <a:off x="0" y="892184"/>
          <a:ext cx="10131425" cy="669461"/>
        </a:xfrm>
        <a:prstGeom prst="roundRect">
          <a:avLst>
            <a:gd name="adj" fmla="val 10000"/>
          </a:avLst>
        </a:prstGeom>
        <a:solidFill>
          <a:schemeClr val="accent2">
            <a:hueOff val="-1036716"/>
            <a:satOff val="-5484"/>
            <a:lumOff val="-2091"/>
            <a:alphaOff val="0"/>
          </a:schemeClr>
        </a:solidFill>
        <a:ln>
          <a:noFill/>
        </a:ln>
        <a:effectLst/>
      </dsp:spPr>
      <dsp:style>
        <a:lnRef idx="0">
          <a:scrgbClr r="0" g="0" b="0"/>
        </a:lnRef>
        <a:fillRef idx="1">
          <a:scrgbClr r="0" g="0" b="0"/>
        </a:fillRef>
        <a:effectRef idx="0">
          <a:scrgbClr r="0" g="0" b="0"/>
        </a:effectRef>
        <a:fontRef idx="minor"/>
      </dsp:style>
    </dsp:sp>
    <dsp:sp modelId="{062886ED-D11D-4844-8C10-A962CFEA5327}">
      <dsp:nvSpPr>
        <dsp:cNvPr id="0" name=""/>
        <dsp:cNvSpPr/>
      </dsp:nvSpPr>
      <dsp:spPr>
        <a:xfrm>
          <a:off x="202511" y="1042812"/>
          <a:ext cx="368563" cy="3682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A24D6E-FCDD-4F46-9BC5-A286A0745731}">
      <dsp:nvSpPr>
        <dsp:cNvPr id="0" name=""/>
        <dsp:cNvSpPr/>
      </dsp:nvSpPr>
      <dsp:spPr>
        <a:xfrm>
          <a:off x="773587" y="892184"/>
          <a:ext cx="9334406" cy="711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80" tIns="75280" rIns="75280" bIns="75280" numCol="1" spcCol="1270" anchor="ctr" anchorCtr="0">
          <a:noAutofit/>
        </a:bodyPr>
        <a:lstStyle/>
        <a:p>
          <a:pPr marL="0" lvl="0" indent="0" algn="l" defTabSz="622300">
            <a:lnSpc>
              <a:spcPct val="90000"/>
            </a:lnSpc>
            <a:spcBef>
              <a:spcPct val="0"/>
            </a:spcBef>
            <a:spcAft>
              <a:spcPct val="35000"/>
            </a:spcAft>
            <a:buNone/>
          </a:pPr>
          <a:r>
            <a:rPr lang="en-US" sz="1400" kern="1200"/>
            <a:t>loading the pre-computed encodings with face names and then construct the 128-d face encoding for the input image</a:t>
          </a:r>
        </a:p>
      </dsp:txBody>
      <dsp:txXfrm>
        <a:off x="773587" y="892184"/>
        <a:ext cx="9334406" cy="711302"/>
      </dsp:txXfrm>
    </dsp:sp>
    <dsp:sp modelId="{7D92BD4C-19EA-4DAF-BABF-E3380E6139C0}">
      <dsp:nvSpPr>
        <dsp:cNvPr id="0" name=""/>
        <dsp:cNvSpPr/>
      </dsp:nvSpPr>
      <dsp:spPr>
        <a:xfrm>
          <a:off x="0" y="1781312"/>
          <a:ext cx="10131425" cy="669461"/>
        </a:xfrm>
        <a:prstGeom prst="roundRect">
          <a:avLst>
            <a:gd name="adj" fmla="val 10000"/>
          </a:avLst>
        </a:prstGeom>
        <a:solidFill>
          <a:schemeClr val="accent2">
            <a:hueOff val="-2073432"/>
            <a:satOff val="-10969"/>
            <a:lumOff val="-4183"/>
            <a:alphaOff val="0"/>
          </a:schemeClr>
        </a:solidFill>
        <a:ln>
          <a:noFill/>
        </a:ln>
        <a:effectLst/>
      </dsp:spPr>
      <dsp:style>
        <a:lnRef idx="0">
          <a:scrgbClr r="0" g="0" b="0"/>
        </a:lnRef>
        <a:fillRef idx="1">
          <a:scrgbClr r="0" g="0" b="0"/>
        </a:fillRef>
        <a:effectRef idx="0">
          <a:scrgbClr r="0" g="0" b="0"/>
        </a:effectRef>
        <a:fontRef idx="minor"/>
      </dsp:style>
    </dsp:sp>
    <dsp:sp modelId="{2637536A-DB26-4C88-98A4-A029CCF1B7CC}">
      <dsp:nvSpPr>
        <dsp:cNvPr id="0" name=""/>
        <dsp:cNvSpPr/>
      </dsp:nvSpPr>
      <dsp:spPr>
        <a:xfrm>
          <a:off x="202511" y="1931941"/>
          <a:ext cx="368563" cy="3682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6E2782C-06F3-40A8-9029-7FEFA84B298E}">
      <dsp:nvSpPr>
        <dsp:cNvPr id="0" name=""/>
        <dsp:cNvSpPr/>
      </dsp:nvSpPr>
      <dsp:spPr>
        <a:xfrm>
          <a:off x="773587" y="1781312"/>
          <a:ext cx="9334406" cy="711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80" tIns="75280" rIns="75280" bIns="75280" numCol="1" spcCol="1270" anchor="ctr" anchorCtr="0">
          <a:noAutofit/>
        </a:bodyPr>
        <a:lstStyle/>
        <a:p>
          <a:pPr marL="0" lvl="0" indent="0" algn="l" defTabSz="622300">
            <a:lnSpc>
              <a:spcPct val="90000"/>
            </a:lnSpc>
            <a:spcBef>
              <a:spcPct val="0"/>
            </a:spcBef>
            <a:spcAft>
              <a:spcPct val="35000"/>
            </a:spcAft>
            <a:buNone/>
          </a:pPr>
          <a:r>
            <a:rPr lang="en-US" sz="1400" kern="1200"/>
            <a:t>detect all faces in the input image and compute their 128-d encodings then initialize a list of names for each face that is detected</a:t>
          </a:r>
        </a:p>
      </dsp:txBody>
      <dsp:txXfrm>
        <a:off x="773587" y="1781312"/>
        <a:ext cx="9334406" cy="711302"/>
      </dsp:txXfrm>
    </dsp:sp>
    <dsp:sp modelId="{00C5873B-162E-4BF1-8291-E33BC3FF3207}">
      <dsp:nvSpPr>
        <dsp:cNvPr id="0" name=""/>
        <dsp:cNvSpPr/>
      </dsp:nvSpPr>
      <dsp:spPr>
        <a:xfrm>
          <a:off x="0" y="2670440"/>
          <a:ext cx="10131425" cy="669461"/>
        </a:xfrm>
        <a:prstGeom prst="roundRect">
          <a:avLst>
            <a:gd name="adj" fmla="val 10000"/>
          </a:avLst>
        </a:prstGeom>
        <a:solidFill>
          <a:schemeClr val="accent2">
            <a:hueOff val="-3110148"/>
            <a:satOff val="-16453"/>
            <a:lumOff val="-6274"/>
            <a:alphaOff val="0"/>
          </a:schemeClr>
        </a:solidFill>
        <a:ln>
          <a:noFill/>
        </a:ln>
        <a:effectLst/>
      </dsp:spPr>
      <dsp:style>
        <a:lnRef idx="0">
          <a:scrgbClr r="0" g="0" b="0"/>
        </a:lnRef>
        <a:fillRef idx="1">
          <a:scrgbClr r="0" g="0" b="0"/>
        </a:fillRef>
        <a:effectRef idx="0">
          <a:scrgbClr r="0" g="0" b="0"/>
        </a:effectRef>
        <a:fontRef idx="minor"/>
      </dsp:style>
    </dsp:sp>
    <dsp:sp modelId="{25A4F9F5-CDEF-4AA4-90C9-803172423DD2}">
      <dsp:nvSpPr>
        <dsp:cNvPr id="0" name=""/>
        <dsp:cNvSpPr/>
      </dsp:nvSpPr>
      <dsp:spPr>
        <a:xfrm>
          <a:off x="202709" y="2821069"/>
          <a:ext cx="368563" cy="3682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70BCB8-14A1-4AE1-9BCD-A23E3E8F515A}">
      <dsp:nvSpPr>
        <dsp:cNvPr id="0" name=""/>
        <dsp:cNvSpPr/>
      </dsp:nvSpPr>
      <dsp:spPr>
        <a:xfrm>
          <a:off x="809730" y="2673496"/>
          <a:ext cx="9309067" cy="711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280" tIns="75280" rIns="75280" bIns="75280" numCol="1" spcCol="1270" anchor="ctr" anchorCtr="0">
          <a:noAutofit/>
        </a:bodyPr>
        <a:lstStyle/>
        <a:p>
          <a:pPr marL="0" lvl="0" indent="0" algn="l" defTabSz="622300">
            <a:lnSpc>
              <a:spcPct val="90000"/>
            </a:lnSpc>
            <a:spcBef>
              <a:spcPct val="0"/>
            </a:spcBef>
            <a:spcAft>
              <a:spcPct val="35000"/>
            </a:spcAft>
            <a:buNone/>
          </a:pPr>
          <a:r>
            <a:rPr lang="en-US" sz="1400" kern="1200" dirty="0"/>
            <a:t>Then attempt to match each face in the input image (encoding) to our known encodings dataset which returns a list of True/False values, one for each image in our dataset and get the value of the most accurate prediction and it prints the image  with the highest most predicted name  with a bonding box on the face with name </a:t>
          </a:r>
        </a:p>
      </dsp:txBody>
      <dsp:txXfrm>
        <a:off x="809730" y="2673496"/>
        <a:ext cx="9309067" cy="71130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9184DA70-C731-4C70-880D-CCD4705E623C}" type="datetime1">
              <a:rPr lang="en-US" smtClean="0"/>
              <a:t>4/22/20</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3500662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41421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1370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4/22/20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0537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4/22/20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8859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4/22/20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977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9667345-2558-425A-8533-9BFDBCE15005}" type="datetime1">
              <a:rPr lang="en-US" smtClean="0"/>
              <a:t>4/22/20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992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4/22/20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3915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4/22/20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1308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4/22/20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033053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920332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983477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493863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641999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729943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731703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4/22/20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7742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t>4/22/20</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611229319"/>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601A9C-A0C9-4314-A578-915FB45FDD83}"/>
              </a:ext>
            </a:extLst>
          </p:cNvPr>
          <p:cNvPicPr>
            <a:picLocks noChangeAspect="1"/>
          </p:cNvPicPr>
          <p:nvPr/>
        </p:nvPicPr>
        <p:blipFill rotWithShape="1">
          <a:blip r:embed="rId2"/>
          <a:srcRect t="14209" b="1521"/>
          <a:stretch/>
        </p:blipFill>
        <p:spPr>
          <a:xfrm>
            <a:off x="20" y="10"/>
            <a:ext cx="12191979" cy="6857990"/>
          </a:xfrm>
          <a:prstGeom prst="rect">
            <a:avLst/>
          </a:prstGeom>
        </p:spPr>
      </p:pic>
      <p:sp>
        <p:nvSpPr>
          <p:cNvPr id="2" name="Title 1">
            <a:extLst>
              <a:ext uri="{FF2B5EF4-FFF2-40B4-BE49-F238E27FC236}">
                <a16:creationId xmlns:a16="http://schemas.microsoft.com/office/drawing/2014/main" id="{1C7E714E-6482-3549-A1BF-D86FE7DD5FE1}"/>
              </a:ext>
            </a:extLst>
          </p:cNvPr>
          <p:cNvSpPr>
            <a:spLocks noGrp="1"/>
          </p:cNvSpPr>
          <p:nvPr>
            <p:ph type="ctrTitle"/>
          </p:nvPr>
        </p:nvSpPr>
        <p:spPr>
          <a:xfrm>
            <a:off x="4785472" y="485775"/>
            <a:ext cx="7406508" cy="2543176"/>
          </a:xfrm>
        </p:spPr>
        <p:txBody>
          <a:bodyPr>
            <a:noAutofit/>
          </a:bodyPr>
          <a:lstStyle/>
          <a:p>
            <a:r>
              <a:rPr lang="en-US" b="1" dirty="0">
                <a:solidFill>
                  <a:schemeClr val="bg1"/>
                </a:solidFill>
              </a:rPr>
              <a:t>Face Recognition with OpenCV, Python, and Deep learning</a:t>
            </a:r>
          </a:p>
        </p:txBody>
      </p:sp>
      <p:sp>
        <p:nvSpPr>
          <p:cNvPr id="5" name="TextBox 4">
            <a:extLst>
              <a:ext uri="{FF2B5EF4-FFF2-40B4-BE49-F238E27FC236}">
                <a16:creationId xmlns:a16="http://schemas.microsoft.com/office/drawing/2014/main" id="{BB44E58C-DC59-BC47-824B-DB0E7CFCAE40}"/>
              </a:ext>
            </a:extLst>
          </p:cNvPr>
          <p:cNvSpPr txBox="1"/>
          <p:nvPr/>
        </p:nvSpPr>
        <p:spPr>
          <a:xfrm>
            <a:off x="7529513" y="5272088"/>
            <a:ext cx="3971925" cy="646331"/>
          </a:xfrm>
          <a:prstGeom prst="rect">
            <a:avLst/>
          </a:prstGeom>
          <a:noFill/>
        </p:spPr>
        <p:txBody>
          <a:bodyPr wrap="square" rtlCol="0">
            <a:spAutoFit/>
          </a:bodyPr>
          <a:lstStyle/>
          <a:p>
            <a:r>
              <a:rPr lang="en-US" dirty="0">
                <a:solidFill>
                  <a:schemeClr val="bg1"/>
                </a:solidFill>
              </a:rPr>
              <a:t>Kolawole Matthew </a:t>
            </a:r>
            <a:r>
              <a:rPr lang="en-US" dirty="0" err="1">
                <a:solidFill>
                  <a:schemeClr val="bg1"/>
                </a:solidFill>
              </a:rPr>
              <a:t>Oluwadamilare</a:t>
            </a:r>
            <a:r>
              <a:rPr lang="en-US" dirty="0">
                <a:solidFill>
                  <a:schemeClr val="bg1"/>
                </a:solidFill>
              </a:rPr>
              <a:t> </a:t>
            </a:r>
          </a:p>
          <a:p>
            <a:r>
              <a:rPr lang="en-US" dirty="0">
                <a:solidFill>
                  <a:schemeClr val="bg1"/>
                </a:solidFill>
              </a:rPr>
              <a:t>2787580</a:t>
            </a:r>
          </a:p>
        </p:txBody>
      </p:sp>
    </p:spTree>
    <p:extLst>
      <p:ext uri="{BB962C8B-B14F-4D97-AF65-F5344CB8AC3E}">
        <p14:creationId xmlns:p14="http://schemas.microsoft.com/office/powerpoint/2010/main" val="20989896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4"/>
                                        </p:tgtEl>
                                        <p:attrNameLst>
                                          <p:attrName>fillcolor</p:attrName>
                                        </p:attrNameLst>
                                      </p:cBhvr>
                                      <p:to>
                                        <a:schemeClr val="accent2"/>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2C182F-A092-8C4C-A1A3-68F444466C30}"/>
              </a:ext>
            </a:extLst>
          </p:cNvPr>
          <p:cNvSpPr txBox="1"/>
          <p:nvPr/>
        </p:nvSpPr>
        <p:spPr>
          <a:xfrm>
            <a:off x="1602485" y="1213011"/>
            <a:ext cx="2128837" cy="646331"/>
          </a:xfrm>
          <a:prstGeom prst="rect">
            <a:avLst/>
          </a:prstGeom>
          <a:noFill/>
        </p:spPr>
        <p:txBody>
          <a:bodyPr wrap="square" rtlCol="0">
            <a:spAutoFit/>
          </a:bodyPr>
          <a:lstStyle/>
          <a:p>
            <a:r>
              <a:rPr lang="en-US" sz="3600" dirty="0"/>
              <a:t>Contents:</a:t>
            </a:r>
          </a:p>
        </p:txBody>
      </p:sp>
      <p:sp>
        <p:nvSpPr>
          <p:cNvPr id="5" name="TextBox 4">
            <a:extLst>
              <a:ext uri="{FF2B5EF4-FFF2-40B4-BE49-F238E27FC236}">
                <a16:creationId xmlns:a16="http://schemas.microsoft.com/office/drawing/2014/main" id="{C045A8E3-717C-0C4C-B775-C47E24D18DC8}"/>
              </a:ext>
            </a:extLst>
          </p:cNvPr>
          <p:cNvSpPr txBox="1"/>
          <p:nvPr/>
        </p:nvSpPr>
        <p:spPr>
          <a:xfrm>
            <a:off x="1602485" y="2228669"/>
            <a:ext cx="8284465" cy="3416320"/>
          </a:xfrm>
          <a:prstGeom prst="rect">
            <a:avLst/>
          </a:prstGeom>
          <a:noFill/>
        </p:spPr>
        <p:txBody>
          <a:bodyPr wrap="square" rtlCol="0">
            <a:spAutoFit/>
          </a:bodyPr>
          <a:lstStyle/>
          <a:p>
            <a:pPr marL="342900" indent="-342900">
              <a:buFont typeface="Arial" panose="020B0604020202020204" pitchFamily="34" charset="0"/>
              <a:buChar char="•"/>
            </a:pPr>
            <a:r>
              <a:rPr lang="en-US" sz="3200" dirty="0"/>
              <a:t>Introduction </a:t>
            </a:r>
          </a:p>
          <a:p>
            <a:pPr marL="342900" indent="-342900">
              <a:buFont typeface="Arial" panose="020B0604020202020204" pitchFamily="34" charset="0"/>
              <a:buChar char="•"/>
            </a:pPr>
            <a:r>
              <a:rPr lang="en-US" sz="3200" dirty="0"/>
              <a:t>Objectives</a:t>
            </a:r>
          </a:p>
          <a:p>
            <a:pPr marL="342900" indent="-342900">
              <a:buFont typeface="Arial" panose="020B0604020202020204" pitchFamily="34" charset="0"/>
              <a:buChar char="•"/>
            </a:pPr>
            <a:r>
              <a:rPr lang="en-US" sz="3200" dirty="0"/>
              <a:t>Neural Networks in Image Recognition </a:t>
            </a:r>
          </a:p>
          <a:p>
            <a:pPr marL="342900" indent="-342900">
              <a:buFont typeface="Arial" panose="020B0604020202020204" pitchFamily="34" charset="0"/>
              <a:buChar char="•"/>
            </a:pPr>
            <a:r>
              <a:rPr lang="en-US" sz="3200" dirty="0"/>
              <a:t>Practical Applications</a:t>
            </a:r>
          </a:p>
          <a:p>
            <a:pPr marL="342900" indent="-342900">
              <a:buFont typeface="Arial" panose="020B0604020202020204" pitchFamily="34" charset="0"/>
              <a:buChar char="•"/>
            </a:pPr>
            <a:r>
              <a:rPr lang="en-US" sz="3200" dirty="0"/>
              <a:t>Future Scope and Conclusion </a:t>
            </a:r>
          </a:p>
          <a:p>
            <a:pPr marL="342900" indent="-342900">
              <a:buFont typeface="Arial" panose="020B0604020202020204" pitchFamily="34" charset="0"/>
              <a:buChar char="•"/>
            </a:pPr>
            <a:r>
              <a:rPr lang="en-US" sz="3200" dirty="0"/>
              <a:t>References</a:t>
            </a:r>
          </a:p>
          <a:p>
            <a:endParaRPr lang="en-US" sz="2400" dirty="0"/>
          </a:p>
        </p:txBody>
      </p:sp>
    </p:spTree>
    <p:extLst>
      <p:ext uri="{BB962C8B-B14F-4D97-AF65-F5344CB8AC3E}">
        <p14:creationId xmlns:p14="http://schemas.microsoft.com/office/powerpoint/2010/main" val="3827538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0B01-4B2B-A549-918A-5FA04FF8A6F4}"/>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161E6315-D33B-C84B-9054-B8773ECDDCF0}"/>
              </a:ext>
            </a:extLst>
          </p:cNvPr>
          <p:cNvSpPr>
            <a:spLocks noGrp="1"/>
          </p:cNvSpPr>
          <p:nvPr>
            <p:ph idx="1"/>
          </p:nvPr>
        </p:nvSpPr>
        <p:spPr/>
        <p:txBody>
          <a:bodyPr>
            <a:normAutofit fontScale="92500"/>
          </a:bodyPr>
          <a:lstStyle/>
          <a:p>
            <a:r>
              <a:rPr lang="en-US" sz="3200" b="1" dirty="0"/>
              <a:t>Computer vision</a:t>
            </a:r>
            <a:r>
              <a:rPr lang="en-US" sz="3200" dirty="0"/>
              <a:t> is a field of artificial intelligence that trains computer to interpret and understand the visual world.</a:t>
            </a:r>
          </a:p>
          <a:p>
            <a:r>
              <a:rPr lang="en-US" sz="3200" dirty="0"/>
              <a:t>A </a:t>
            </a:r>
            <a:r>
              <a:rPr lang="en-US" sz="3200" b="1" dirty="0"/>
              <a:t>Convolutional Neural Network (CNN)</a:t>
            </a:r>
            <a:r>
              <a:rPr lang="en-US" sz="3200" dirty="0"/>
              <a:t> is a Deep Learning algorithm which can take in an input image, assign importance (learnable weights and biases) to various aspects/objects in the image and be able to differentiate one from the other.</a:t>
            </a:r>
          </a:p>
        </p:txBody>
      </p:sp>
    </p:spTree>
    <p:extLst>
      <p:ext uri="{BB962C8B-B14F-4D97-AF65-F5344CB8AC3E}">
        <p14:creationId xmlns:p14="http://schemas.microsoft.com/office/powerpoint/2010/main" val="389589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CEC1-789D-D34B-B468-E923883B9166}"/>
              </a:ext>
            </a:extLst>
          </p:cNvPr>
          <p:cNvSpPr>
            <a:spLocks noGrp="1"/>
          </p:cNvSpPr>
          <p:nvPr>
            <p:ph type="title"/>
          </p:nvPr>
        </p:nvSpPr>
        <p:spPr/>
        <p:txBody>
          <a:bodyPr/>
          <a:lstStyle/>
          <a:p>
            <a:r>
              <a:rPr lang="en-US" dirty="0"/>
              <a:t>Objectives </a:t>
            </a:r>
          </a:p>
        </p:txBody>
      </p:sp>
      <p:sp>
        <p:nvSpPr>
          <p:cNvPr id="3" name="Content Placeholder 2">
            <a:extLst>
              <a:ext uri="{FF2B5EF4-FFF2-40B4-BE49-F238E27FC236}">
                <a16:creationId xmlns:a16="http://schemas.microsoft.com/office/drawing/2014/main" id="{135526AE-1FB5-BE44-91F9-E42A79894E8D}"/>
              </a:ext>
            </a:extLst>
          </p:cNvPr>
          <p:cNvSpPr>
            <a:spLocks noGrp="1"/>
          </p:cNvSpPr>
          <p:nvPr>
            <p:ph idx="1"/>
          </p:nvPr>
        </p:nvSpPr>
        <p:spPr/>
        <p:txBody>
          <a:bodyPr>
            <a:normAutofit/>
          </a:bodyPr>
          <a:lstStyle/>
          <a:p>
            <a:pPr marL="0" indent="0">
              <a:buNone/>
            </a:pPr>
            <a:r>
              <a:rPr lang="en-US" sz="3200" dirty="0"/>
              <a:t>The objective of this project is  :</a:t>
            </a:r>
          </a:p>
          <a:p>
            <a:pPr>
              <a:buFont typeface="Wingdings" pitchFamily="2" charset="2"/>
              <a:buChar char="v"/>
            </a:pPr>
            <a:r>
              <a:rPr lang="en-US" sz="3200" dirty="0"/>
              <a:t>Face Detection </a:t>
            </a:r>
          </a:p>
          <a:p>
            <a:pPr>
              <a:buFont typeface="Wingdings" pitchFamily="2" charset="2"/>
              <a:buChar char="v"/>
            </a:pPr>
            <a:r>
              <a:rPr lang="en-US" sz="3200" dirty="0"/>
              <a:t> Face Recognition in images </a:t>
            </a:r>
          </a:p>
          <a:p>
            <a:pPr>
              <a:buFont typeface="Wingdings" pitchFamily="2" charset="2"/>
              <a:buChar char="v"/>
            </a:pPr>
            <a:r>
              <a:rPr lang="en-US" sz="3200" dirty="0"/>
              <a:t> Face Recognition in real time feed and video from file</a:t>
            </a:r>
          </a:p>
          <a:p>
            <a:pPr marL="0" indent="0">
              <a:buNone/>
            </a:pPr>
            <a:endParaRPr lang="en-US" sz="3200" dirty="0"/>
          </a:p>
        </p:txBody>
      </p:sp>
    </p:spTree>
    <p:extLst>
      <p:ext uri="{BB962C8B-B14F-4D97-AF65-F5344CB8AC3E}">
        <p14:creationId xmlns:p14="http://schemas.microsoft.com/office/powerpoint/2010/main" val="67712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E897-5565-8E4B-ABFA-25F42BA8E3E9}"/>
              </a:ext>
            </a:extLst>
          </p:cNvPr>
          <p:cNvSpPr>
            <a:spLocks noGrp="1"/>
          </p:cNvSpPr>
          <p:nvPr>
            <p:ph type="title"/>
          </p:nvPr>
        </p:nvSpPr>
        <p:spPr/>
        <p:txBody>
          <a:bodyPr/>
          <a:lstStyle/>
          <a:p>
            <a:r>
              <a:rPr lang="en-US" dirty="0"/>
              <a:t>Application </a:t>
            </a:r>
          </a:p>
        </p:txBody>
      </p:sp>
      <p:sp>
        <p:nvSpPr>
          <p:cNvPr id="3" name="Content Placeholder 2">
            <a:extLst>
              <a:ext uri="{FF2B5EF4-FFF2-40B4-BE49-F238E27FC236}">
                <a16:creationId xmlns:a16="http://schemas.microsoft.com/office/drawing/2014/main" id="{34449A31-240C-5649-822A-5D586E7C6036}"/>
              </a:ext>
            </a:extLst>
          </p:cNvPr>
          <p:cNvSpPr>
            <a:spLocks noGrp="1"/>
          </p:cNvSpPr>
          <p:nvPr>
            <p:ph idx="1"/>
          </p:nvPr>
        </p:nvSpPr>
        <p:spPr>
          <a:xfrm>
            <a:off x="1097280" y="2108201"/>
            <a:ext cx="8103870" cy="3692523"/>
          </a:xfrm>
        </p:spPr>
        <p:txBody>
          <a:bodyPr>
            <a:normAutofit/>
          </a:bodyPr>
          <a:lstStyle/>
          <a:p>
            <a:pPr>
              <a:buFont typeface="Wingdings" pitchFamily="2" charset="2"/>
              <a:buChar char="v"/>
            </a:pPr>
            <a:r>
              <a:rPr lang="en-US" sz="2400" dirty="0"/>
              <a:t>Security surveillance</a:t>
            </a:r>
          </a:p>
          <a:p>
            <a:pPr>
              <a:buFont typeface="Wingdings" pitchFamily="2" charset="2"/>
              <a:buChar char="v"/>
            </a:pPr>
            <a:endParaRPr lang="en-US" dirty="0"/>
          </a:p>
          <a:p>
            <a:pPr>
              <a:buFont typeface="Wingdings" pitchFamily="2" charset="2"/>
              <a:buChar char="v"/>
            </a:pPr>
            <a:endParaRPr lang="en-US" dirty="0"/>
          </a:p>
          <a:p>
            <a:pPr marL="0" indent="0">
              <a:buNone/>
            </a:pPr>
            <a:r>
              <a:rPr lang="en-US" dirty="0"/>
              <a:t> </a:t>
            </a:r>
          </a:p>
          <a:p>
            <a:pPr>
              <a:buFont typeface="Wingdings" pitchFamily="2" charset="2"/>
              <a:buChar char="v"/>
            </a:pPr>
            <a:r>
              <a:rPr lang="en-US" sz="2400" dirty="0"/>
              <a:t>Authentication system</a:t>
            </a:r>
          </a:p>
          <a:p>
            <a:pPr>
              <a:buFont typeface="Wingdings" pitchFamily="2" charset="2"/>
              <a:buChar char="v"/>
            </a:pPr>
            <a:endParaRPr lang="en-US" dirty="0"/>
          </a:p>
          <a:p>
            <a:pPr marL="0" indent="0">
              <a:buNone/>
            </a:pPr>
            <a:r>
              <a:rPr lang="en-US" dirty="0"/>
              <a:t> </a:t>
            </a:r>
          </a:p>
          <a:p>
            <a:pPr>
              <a:buFont typeface="Wingdings" pitchFamily="2" charset="2"/>
              <a:buChar char="v"/>
            </a:pPr>
            <a:r>
              <a:rPr lang="en-US" sz="2400" dirty="0"/>
              <a:t>Statistic analysis etc.</a:t>
            </a:r>
          </a:p>
        </p:txBody>
      </p:sp>
      <p:pic>
        <p:nvPicPr>
          <p:cNvPr id="4" name="Picture 3">
            <a:extLst>
              <a:ext uri="{FF2B5EF4-FFF2-40B4-BE49-F238E27FC236}">
                <a16:creationId xmlns:a16="http://schemas.microsoft.com/office/drawing/2014/main" id="{9520EAF7-B8B9-DE43-8F22-3E8BCAEBC237}"/>
              </a:ext>
            </a:extLst>
          </p:cNvPr>
          <p:cNvPicPr>
            <a:picLocks noChangeAspect="1"/>
          </p:cNvPicPr>
          <p:nvPr/>
        </p:nvPicPr>
        <p:blipFill>
          <a:blip r:embed="rId2"/>
          <a:stretch>
            <a:fillRect/>
          </a:stretch>
        </p:blipFill>
        <p:spPr>
          <a:xfrm>
            <a:off x="4532542" y="2108199"/>
            <a:ext cx="1233346" cy="820736"/>
          </a:xfrm>
          <a:prstGeom prst="rect">
            <a:avLst/>
          </a:prstGeom>
        </p:spPr>
      </p:pic>
      <p:pic>
        <p:nvPicPr>
          <p:cNvPr id="5" name="Picture 4">
            <a:extLst>
              <a:ext uri="{FF2B5EF4-FFF2-40B4-BE49-F238E27FC236}">
                <a16:creationId xmlns:a16="http://schemas.microsoft.com/office/drawing/2014/main" id="{CF1362B2-3859-C747-BBD9-369EDFB9B045}"/>
              </a:ext>
            </a:extLst>
          </p:cNvPr>
          <p:cNvPicPr>
            <a:picLocks noChangeAspect="1"/>
          </p:cNvPicPr>
          <p:nvPr/>
        </p:nvPicPr>
        <p:blipFill>
          <a:blip r:embed="rId3"/>
          <a:stretch>
            <a:fillRect/>
          </a:stretch>
        </p:blipFill>
        <p:spPr>
          <a:xfrm>
            <a:off x="4978995" y="3267074"/>
            <a:ext cx="2234009" cy="1374775"/>
          </a:xfrm>
          <a:prstGeom prst="rect">
            <a:avLst/>
          </a:prstGeom>
        </p:spPr>
      </p:pic>
    </p:spTree>
    <p:extLst>
      <p:ext uri="{BB962C8B-B14F-4D97-AF65-F5344CB8AC3E}">
        <p14:creationId xmlns:p14="http://schemas.microsoft.com/office/powerpoint/2010/main" val="37988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B14EF-831F-3F44-A0BC-03A00A1BD002}"/>
              </a:ext>
            </a:extLst>
          </p:cNvPr>
          <p:cNvSpPr>
            <a:spLocks noGrp="1"/>
          </p:cNvSpPr>
          <p:nvPr>
            <p:ph idx="1"/>
          </p:nvPr>
        </p:nvSpPr>
        <p:spPr>
          <a:xfrm>
            <a:off x="628652" y="1056217"/>
            <a:ext cx="10131425" cy="3649133"/>
          </a:xfrm>
        </p:spPr>
        <p:txBody>
          <a:bodyPr>
            <a:normAutofit/>
          </a:bodyPr>
          <a:lstStyle/>
          <a:p>
            <a:pPr marL="0" indent="0">
              <a:buNone/>
            </a:pPr>
            <a:r>
              <a:rPr lang="en-US" sz="2400" dirty="0"/>
              <a:t>In this project In order to run face recognition with OpenCv, </a:t>
            </a:r>
            <a:r>
              <a:rPr lang="en-US" sz="2400" dirty="0" err="1"/>
              <a:t>knn</a:t>
            </a:r>
            <a:r>
              <a:rPr lang="en-US" sz="2400" dirty="0"/>
              <a:t> classifier, </a:t>
            </a:r>
            <a:r>
              <a:rPr lang="en-US" sz="2400" dirty="0" err="1"/>
              <a:t>cnn</a:t>
            </a:r>
            <a:r>
              <a:rPr lang="en-US" sz="2400" dirty="0"/>
              <a:t>, Dlib which  contains implementation of “deep metric learning” which is used to construct  face embeddings used for the actual recognition process, facial_recognition which wraps </a:t>
            </a:r>
            <a:r>
              <a:rPr lang="en-US" sz="2400" i="1" dirty="0"/>
              <a:t>around</a:t>
            </a:r>
            <a:r>
              <a:rPr lang="en-US" sz="2400" dirty="0"/>
              <a:t> dlib’s facial recognition functionality, making it easier to work with.</a:t>
            </a:r>
          </a:p>
          <a:p>
            <a:pPr marL="0" indent="0">
              <a:buNone/>
            </a:pPr>
            <a:endParaRPr lang="en-US" sz="2400" dirty="0"/>
          </a:p>
          <a:p>
            <a:pPr marL="0" indent="0">
              <a:buNone/>
            </a:pPr>
            <a:r>
              <a:rPr lang="en-US" sz="2400" dirty="0"/>
              <a:t> </a:t>
            </a:r>
          </a:p>
        </p:txBody>
      </p:sp>
    </p:spTree>
    <p:extLst>
      <p:ext uri="{BB962C8B-B14F-4D97-AF65-F5344CB8AC3E}">
        <p14:creationId xmlns:p14="http://schemas.microsoft.com/office/powerpoint/2010/main" val="4275690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43026-8C56-4E43-BB7E-12F0B8A5A7C1}"/>
              </a:ext>
            </a:extLst>
          </p:cNvPr>
          <p:cNvSpPr>
            <a:spLocks noGrp="1"/>
          </p:cNvSpPr>
          <p:nvPr>
            <p:ph type="title"/>
          </p:nvPr>
        </p:nvSpPr>
        <p:spPr/>
        <p:txBody>
          <a:bodyPr/>
          <a:lstStyle/>
          <a:p>
            <a:r>
              <a:rPr lang="en-US" dirty="0"/>
              <a:t>IMPLEMENTATION PROCESS</a:t>
            </a:r>
          </a:p>
        </p:txBody>
      </p:sp>
      <p:pic>
        <p:nvPicPr>
          <p:cNvPr id="5" name="Content Placeholder 4" descr="A picture containing clock&#10;&#10;Description automatically generated">
            <a:extLst>
              <a:ext uri="{FF2B5EF4-FFF2-40B4-BE49-F238E27FC236}">
                <a16:creationId xmlns:a16="http://schemas.microsoft.com/office/drawing/2014/main" id="{53B2F2C9-6279-AE4E-B756-97575E0DCFD3}"/>
              </a:ext>
            </a:extLst>
          </p:cNvPr>
          <p:cNvPicPr>
            <a:picLocks noGrp="1" noChangeAspect="1"/>
          </p:cNvPicPr>
          <p:nvPr>
            <p:ph idx="1"/>
          </p:nvPr>
        </p:nvPicPr>
        <p:blipFill>
          <a:blip r:embed="rId2"/>
          <a:stretch>
            <a:fillRect/>
          </a:stretch>
        </p:blipFill>
        <p:spPr>
          <a:xfrm>
            <a:off x="1030286" y="4127500"/>
            <a:ext cx="5899151" cy="2120900"/>
          </a:xfrm>
        </p:spPr>
      </p:pic>
      <p:sp>
        <p:nvSpPr>
          <p:cNvPr id="6" name="TextBox 5">
            <a:extLst>
              <a:ext uri="{FF2B5EF4-FFF2-40B4-BE49-F238E27FC236}">
                <a16:creationId xmlns:a16="http://schemas.microsoft.com/office/drawing/2014/main" id="{AF5BBA92-B95F-B341-B734-964B400A824C}"/>
              </a:ext>
            </a:extLst>
          </p:cNvPr>
          <p:cNvSpPr txBox="1"/>
          <p:nvPr/>
        </p:nvSpPr>
        <p:spPr>
          <a:xfrm>
            <a:off x="685801" y="2065867"/>
            <a:ext cx="10131425" cy="1477328"/>
          </a:xfrm>
          <a:prstGeom prst="rect">
            <a:avLst/>
          </a:prstGeom>
          <a:noFill/>
        </p:spPr>
        <p:txBody>
          <a:bodyPr wrap="square" rtlCol="0">
            <a:spAutoFit/>
          </a:bodyPr>
          <a:lstStyle/>
          <a:p>
            <a:r>
              <a:rPr lang="en-US" dirty="0"/>
              <a:t>In this project  before  recognizing faces in images and videos, the faces in the training set needs to be quantified and there’s need to construct 128-d embeddings .</a:t>
            </a:r>
          </a:p>
          <a:p>
            <a:endParaRPr lang="en-US" dirty="0"/>
          </a:p>
          <a:p>
            <a:r>
              <a:rPr lang="en-US" dirty="0"/>
              <a:t>Facial recognition via deep learning and Python using the </a:t>
            </a:r>
            <a:r>
              <a:rPr lang="en-US" dirty="0" err="1"/>
              <a:t>face_recognition</a:t>
            </a:r>
            <a:r>
              <a:rPr lang="en-US" dirty="0"/>
              <a:t> module method generates a 128-d real-valued number feature vector per face like the example showed below.</a:t>
            </a:r>
          </a:p>
        </p:txBody>
      </p:sp>
    </p:spTree>
    <p:extLst>
      <p:ext uri="{BB962C8B-B14F-4D97-AF65-F5344CB8AC3E}">
        <p14:creationId xmlns:p14="http://schemas.microsoft.com/office/powerpoint/2010/main" val="304958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4117F0C1-BCBB-40C7-99D6-F703E7A4B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1A5D8BC-B41A-4E96-91C4-D60F51622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0D321D5F-FA18-4271-9EAA-0BEA14116B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BEA02333-D4D3-B245-8663-9BA5F872983C}"/>
              </a:ext>
            </a:extLst>
          </p:cNvPr>
          <p:cNvSpPr>
            <a:spLocks noGrp="1"/>
          </p:cNvSpPr>
          <p:nvPr>
            <p:ph type="title"/>
          </p:nvPr>
        </p:nvSpPr>
        <p:spPr>
          <a:xfrm>
            <a:off x="718457" y="531278"/>
            <a:ext cx="3211517" cy="5292579"/>
          </a:xfrm>
        </p:spPr>
        <p:txBody>
          <a:bodyPr vert="horz" lIns="91440" tIns="45720" rIns="91440" bIns="45720" rtlCol="0" anchor="ctr">
            <a:normAutofit/>
          </a:bodyPr>
          <a:lstStyle/>
          <a:p>
            <a:r>
              <a:rPr lang="en-US" sz="3100">
                <a:solidFill>
                  <a:srgbClr val="FFFFFF"/>
                </a:solidFill>
              </a:rPr>
              <a:t>IMPLEMENTATION PROCESS</a:t>
            </a:r>
          </a:p>
        </p:txBody>
      </p:sp>
      <p:sp useBgFill="1">
        <p:nvSpPr>
          <p:cNvPr id="51" name="Freeform: Shape 50">
            <a:extLst>
              <a:ext uri="{FF2B5EF4-FFF2-40B4-BE49-F238E27FC236}">
                <a16:creationId xmlns:a16="http://schemas.microsoft.com/office/drawing/2014/main" id="{51287385-D3EA-47A8-A127-6061791AD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422108" y="0"/>
            <a:ext cx="7769892" cy="6858000"/>
          </a:xfrm>
          <a:custGeom>
            <a:avLst/>
            <a:gdLst>
              <a:gd name="connsiteX0" fmla="*/ 1779516 w 7769892"/>
              <a:gd name="connsiteY0" fmla="*/ 0 h 6837536"/>
              <a:gd name="connsiteX1" fmla="*/ 6454848 w 7769892"/>
              <a:gd name="connsiteY1" fmla="*/ 0 h 6837536"/>
              <a:gd name="connsiteX2" fmla="*/ 6511730 w 7769892"/>
              <a:gd name="connsiteY2" fmla="*/ 37905 h 6837536"/>
              <a:gd name="connsiteX3" fmla="*/ 7769892 w 7769892"/>
              <a:gd name="connsiteY3" fmla="*/ 1486041 h 6837536"/>
              <a:gd name="connsiteX4" fmla="*/ 7769892 w 7769892"/>
              <a:gd name="connsiteY4" fmla="*/ 5281056 h 6837536"/>
              <a:gd name="connsiteX5" fmla="*/ 6353475 w 7769892"/>
              <a:gd name="connsiteY5" fmla="*/ 6837536 h 6837536"/>
              <a:gd name="connsiteX6" fmla="*/ 1882727 w 7769892"/>
              <a:gd name="connsiteY6" fmla="*/ 6837536 h 6837536"/>
              <a:gd name="connsiteX7" fmla="*/ 0 w 7769892"/>
              <a:gd name="connsiteY7" fmla="*/ 3386463 h 6837536"/>
              <a:gd name="connsiteX8" fmla="*/ 1655292 w 7769892"/>
              <a:gd name="connsiteY8" fmla="*/ 88307 h 683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69892" h="6837536">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ln w="50800" cap="sq" cmpd="dbl">
            <a:noFill/>
            <a:miter lim="800000"/>
          </a:ln>
          <a:effectLst>
            <a:outerShdw blurRad="254000" algn="tl" rotWithShape="0">
              <a:srgbClr val="000000">
                <a:alpha val="43000"/>
              </a:srgbClr>
            </a:outerShdw>
          </a:effectLst>
        </p:spPr>
        <p:txBody>
          <a:bodyPr vert="horz" wrap="square" lIns="91440" tIns="45720" rIns="91440" bIns="45720" rtlCol="0" anchor="t">
            <a:noAutofit/>
          </a:bodyPr>
          <a:lstStyle/>
          <a:p>
            <a:pPr algn="ctr">
              <a:spcAft>
                <a:spcPts val="1000"/>
              </a:spcAft>
              <a:buClr>
                <a:schemeClr val="tx1"/>
              </a:buClr>
              <a:buSzPct val="100000"/>
              <a:buFont typeface="Arial"/>
              <a:buNone/>
            </a:pPr>
            <a:endParaRPr lang="en-US" sz="1600" cap="all"/>
          </a:p>
        </p:txBody>
      </p:sp>
      <p:graphicFrame>
        <p:nvGraphicFramePr>
          <p:cNvPr id="40" name="TextBox 37">
            <a:extLst>
              <a:ext uri="{FF2B5EF4-FFF2-40B4-BE49-F238E27FC236}">
                <a16:creationId xmlns:a16="http://schemas.microsoft.com/office/drawing/2014/main" id="{3FF6CB62-0824-4BBE-AF51-7DEC22179EE8}"/>
              </a:ext>
            </a:extLst>
          </p:cNvPr>
          <p:cNvGraphicFramePr/>
          <p:nvPr>
            <p:extLst>
              <p:ext uri="{D42A27DB-BD31-4B8C-83A1-F6EECF244321}">
                <p14:modId xmlns:p14="http://schemas.microsoft.com/office/powerpoint/2010/main" val="30122300"/>
              </p:ext>
            </p:extLst>
          </p:nvPr>
        </p:nvGraphicFramePr>
        <p:xfrm>
          <a:off x="5617029" y="793820"/>
          <a:ext cx="5741534" cy="5170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275428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4A1C-A406-EE45-B389-1198E2C83D76}"/>
              </a:ext>
            </a:extLst>
          </p:cNvPr>
          <p:cNvSpPr>
            <a:spLocks noGrp="1"/>
          </p:cNvSpPr>
          <p:nvPr>
            <p:ph type="title"/>
          </p:nvPr>
        </p:nvSpPr>
        <p:spPr>
          <a:xfrm>
            <a:off x="685801" y="609600"/>
            <a:ext cx="10131425" cy="1456267"/>
          </a:xfrm>
        </p:spPr>
        <p:txBody>
          <a:bodyPr>
            <a:normAutofit/>
          </a:bodyPr>
          <a:lstStyle/>
          <a:p>
            <a:r>
              <a:rPr lang="en-US"/>
              <a:t>Implementation process</a:t>
            </a:r>
          </a:p>
        </p:txBody>
      </p:sp>
      <p:graphicFrame>
        <p:nvGraphicFramePr>
          <p:cNvPr id="9" name="Content Placeholder 6">
            <a:extLst>
              <a:ext uri="{FF2B5EF4-FFF2-40B4-BE49-F238E27FC236}">
                <a16:creationId xmlns:a16="http://schemas.microsoft.com/office/drawing/2014/main" id="{C1B1DE9E-A99B-43B7-916D-CBAFEED6524E}"/>
              </a:ext>
            </a:extLst>
          </p:cNvPr>
          <p:cNvGraphicFramePr>
            <a:graphicFrameLocks noGrp="1"/>
          </p:cNvGraphicFramePr>
          <p:nvPr>
            <p:ph idx="1"/>
            <p:extLst>
              <p:ext uri="{D42A27DB-BD31-4B8C-83A1-F6EECF244321}">
                <p14:modId xmlns:p14="http://schemas.microsoft.com/office/powerpoint/2010/main" val="3486591311"/>
              </p:ext>
            </p:extLst>
          </p:nvPr>
        </p:nvGraphicFramePr>
        <p:xfrm>
          <a:off x="685800" y="2406400"/>
          <a:ext cx="10131425" cy="3384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7529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8BD0F-1F63-6A46-9410-AAC736E6EDBC}"/>
              </a:ext>
            </a:extLst>
          </p:cNvPr>
          <p:cNvSpPr>
            <a:spLocks noGrp="1"/>
          </p:cNvSpPr>
          <p:nvPr>
            <p:ph type="title"/>
          </p:nvPr>
        </p:nvSpPr>
        <p:spPr/>
        <p:txBody>
          <a:bodyPr/>
          <a:lstStyle/>
          <a:p>
            <a:r>
              <a:rPr lang="en-US" dirty="0"/>
              <a:t>Result for the facial recognition</a:t>
            </a:r>
          </a:p>
        </p:txBody>
      </p:sp>
      <p:pic>
        <p:nvPicPr>
          <p:cNvPr id="5" name="Content Placeholder 4" descr="databased used, saved in the name matt_kolawole">
            <a:extLst>
              <a:ext uri="{FF2B5EF4-FFF2-40B4-BE49-F238E27FC236}">
                <a16:creationId xmlns:a16="http://schemas.microsoft.com/office/drawing/2014/main" id="{0728EEC2-1859-2B49-B347-003A68046781}"/>
              </a:ext>
            </a:extLst>
          </p:cNvPr>
          <p:cNvPicPr>
            <a:picLocks noGrp="1" noChangeAspect="1"/>
          </p:cNvPicPr>
          <p:nvPr>
            <p:ph idx="1"/>
          </p:nvPr>
        </p:nvPicPr>
        <p:blipFill>
          <a:blip r:embed="rId2"/>
          <a:stretch>
            <a:fillRect/>
          </a:stretch>
        </p:blipFill>
        <p:spPr>
          <a:xfrm>
            <a:off x="369492" y="1827213"/>
            <a:ext cx="6277767" cy="3649662"/>
          </a:xfrm>
        </p:spPr>
      </p:pic>
      <p:pic>
        <p:nvPicPr>
          <p:cNvPr id="7" name="Picture 6" descr="A person holding a phone&#10;&#10;Description automatically generated">
            <a:extLst>
              <a:ext uri="{FF2B5EF4-FFF2-40B4-BE49-F238E27FC236}">
                <a16:creationId xmlns:a16="http://schemas.microsoft.com/office/drawing/2014/main" id="{8805D669-A148-1B44-BE07-AD2342E6C4B6}"/>
              </a:ext>
            </a:extLst>
          </p:cNvPr>
          <p:cNvPicPr>
            <a:picLocks noChangeAspect="1"/>
          </p:cNvPicPr>
          <p:nvPr/>
        </p:nvPicPr>
        <p:blipFill>
          <a:blip r:embed="rId3"/>
          <a:stretch>
            <a:fillRect/>
          </a:stretch>
        </p:blipFill>
        <p:spPr>
          <a:xfrm>
            <a:off x="7327185" y="1827213"/>
            <a:ext cx="2431178" cy="3681257"/>
          </a:xfrm>
          <a:prstGeom prst="rect">
            <a:avLst/>
          </a:prstGeom>
        </p:spPr>
      </p:pic>
    </p:spTree>
    <p:extLst>
      <p:ext uri="{BB962C8B-B14F-4D97-AF65-F5344CB8AC3E}">
        <p14:creationId xmlns:p14="http://schemas.microsoft.com/office/powerpoint/2010/main" val="352585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45A491-E32E-1049-8981-7A00655590A8}"/>
              </a:ext>
            </a:extLst>
          </p:cNvPr>
          <p:cNvSpPr>
            <a:spLocks noGrp="1"/>
          </p:cNvSpPr>
          <p:nvPr>
            <p:ph type="title"/>
          </p:nvPr>
        </p:nvSpPr>
        <p:spPr>
          <a:xfrm>
            <a:off x="685801" y="500743"/>
            <a:ext cx="7402285" cy="1360714"/>
          </a:xfrm>
        </p:spPr>
        <p:txBody>
          <a:bodyPr>
            <a:normAutofit/>
          </a:bodyPr>
          <a:lstStyle/>
          <a:p>
            <a:r>
              <a:rPr lang="en-US" dirty="0"/>
              <a:t>Recognition in real time live feed </a:t>
            </a:r>
          </a:p>
        </p:txBody>
      </p:sp>
      <p:sp>
        <p:nvSpPr>
          <p:cNvPr id="3" name="Content Placeholder 2">
            <a:extLst>
              <a:ext uri="{FF2B5EF4-FFF2-40B4-BE49-F238E27FC236}">
                <a16:creationId xmlns:a16="http://schemas.microsoft.com/office/drawing/2014/main" id="{920800BF-203B-BD41-BC99-FEE17A342A41}"/>
              </a:ext>
            </a:extLst>
          </p:cNvPr>
          <p:cNvSpPr>
            <a:spLocks noGrp="1"/>
          </p:cNvSpPr>
          <p:nvPr>
            <p:ph idx="1"/>
          </p:nvPr>
        </p:nvSpPr>
        <p:spPr>
          <a:xfrm>
            <a:off x="685800" y="2051957"/>
            <a:ext cx="7402285" cy="3392110"/>
          </a:xfrm>
        </p:spPr>
        <p:txBody>
          <a:bodyPr>
            <a:normAutofit fontScale="92500"/>
          </a:bodyPr>
          <a:lstStyle/>
          <a:p>
            <a:r>
              <a:rPr lang="en-US" sz="2400" dirty="0">
                <a:latin typeface="Times New Roman" panose="02020603050405020304" pitchFamily="18" charset="0"/>
                <a:cs typeface="Times New Roman" panose="02020603050405020304" pitchFamily="18" charset="0"/>
              </a:rPr>
              <a:t>Load the precomputed encodings and start up the live feed </a:t>
            </a:r>
          </a:p>
          <a:p>
            <a:r>
              <a:rPr lang="en-US" sz="2400" dirty="0">
                <a:latin typeface="Times New Roman" panose="02020603050405020304" pitchFamily="18" charset="0"/>
                <a:cs typeface="Times New Roman" panose="02020603050405020304" pitchFamily="18" charset="0"/>
              </a:rPr>
              <a:t>Detect every face in the feed  and run the feature extraction</a:t>
            </a:r>
          </a:p>
          <a:p>
            <a:r>
              <a:rPr lang="en-US" sz="2400" dirty="0">
                <a:latin typeface="Times New Roman" panose="02020603050405020304" pitchFamily="18" charset="0"/>
                <a:cs typeface="Times New Roman" panose="02020603050405020304" pitchFamily="18" charset="0"/>
              </a:rPr>
              <a:t>Compare the faces detected at every point in time to the one in the encodings </a:t>
            </a:r>
          </a:p>
          <a:p>
            <a:r>
              <a:rPr lang="en-US" sz="2400" dirty="0">
                <a:latin typeface="Times New Roman" panose="02020603050405020304" pitchFamily="18" charset="0"/>
                <a:cs typeface="Times New Roman" panose="02020603050405020304" pitchFamily="18" charset="0"/>
              </a:rPr>
              <a:t>Create a bounding box on the face with the name as the title after detecting the face and if the features extracted does not match any in the database the system recognize it as unknown.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43919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BE86F-9D75-204C-9D37-8EE94DA0BDE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ECD3950-96D8-9047-8334-61C1DEB77453}"/>
              </a:ext>
            </a:extLst>
          </p:cNvPr>
          <p:cNvSpPr>
            <a:spLocks noGrp="1"/>
          </p:cNvSpPr>
          <p:nvPr>
            <p:ph idx="1"/>
          </p:nvPr>
        </p:nvSpPr>
        <p:spPr/>
        <p:txBody>
          <a:bodyPr/>
          <a:lstStyle/>
          <a:p>
            <a:pPr marL="0" indent="0">
              <a:buNone/>
            </a:pPr>
            <a:r>
              <a:rPr lang="en-US" dirty="0"/>
              <a:t>This Facial recognition system detects faces  in a images, live feed and videos from file and recognizes them with </a:t>
            </a:r>
            <a:r>
              <a:rPr lang="en-US" dirty="0" err="1"/>
              <a:t>cnn</a:t>
            </a:r>
            <a:r>
              <a:rPr lang="en-US" dirty="0"/>
              <a:t> and can be run in start up and can be used as a security system by sending the picture of of the user using the system if it does not match with the picture on the database.</a:t>
            </a:r>
          </a:p>
          <a:p>
            <a:pPr marL="0" indent="0">
              <a:buNone/>
            </a:pPr>
            <a:r>
              <a:rPr lang="en-US" dirty="0"/>
              <a:t> </a:t>
            </a:r>
          </a:p>
        </p:txBody>
      </p:sp>
    </p:spTree>
    <p:extLst>
      <p:ext uri="{BB962C8B-B14F-4D97-AF65-F5344CB8AC3E}">
        <p14:creationId xmlns:p14="http://schemas.microsoft.com/office/powerpoint/2010/main" val="3591265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ED40-FE2F-E247-B34D-6F80F3D55AD9}"/>
              </a:ext>
            </a:extLst>
          </p:cNvPr>
          <p:cNvSpPr>
            <a:spLocks noGrp="1"/>
          </p:cNvSpPr>
          <p:nvPr>
            <p:ph type="title"/>
          </p:nvPr>
        </p:nvSpPr>
        <p:spPr/>
        <p:txBody>
          <a:bodyPr/>
          <a:lstStyle/>
          <a:p>
            <a:pPr algn="ctr"/>
            <a:r>
              <a:rPr lang="en-US" dirty="0"/>
              <a:t>References </a:t>
            </a:r>
          </a:p>
        </p:txBody>
      </p:sp>
      <p:sp>
        <p:nvSpPr>
          <p:cNvPr id="3" name="Content Placeholder 2">
            <a:extLst>
              <a:ext uri="{FF2B5EF4-FFF2-40B4-BE49-F238E27FC236}">
                <a16:creationId xmlns:a16="http://schemas.microsoft.com/office/drawing/2014/main" id="{86EF6953-042F-A44F-A486-212780F532EE}"/>
              </a:ext>
            </a:extLst>
          </p:cNvPr>
          <p:cNvSpPr>
            <a:spLocks noGrp="1"/>
          </p:cNvSpPr>
          <p:nvPr>
            <p:ph idx="1"/>
          </p:nvPr>
        </p:nvSpPr>
        <p:spPr/>
        <p:txBody>
          <a:bodyPr/>
          <a:lstStyle/>
          <a:p>
            <a:pPr lvl="1">
              <a:buFont typeface="Courier New" panose="02070309020205020404" pitchFamily="49" charset="0"/>
              <a:buChar char="o"/>
            </a:pPr>
            <a:r>
              <a:rPr lang="en-US" dirty="0">
                <a:solidFill>
                  <a:schemeClr val="tx1"/>
                </a:solidFill>
              </a:rPr>
              <a:t>Deep learning for image Recognition paper by He et al</a:t>
            </a:r>
          </a:p>
          <a:p>
            <a:pPr lvl="1">
              <a:buFont typeface="Courier New" panose="02070309020205020404" pitchFamily="49" charset="0"/>
              <a:buChar char="o"/>
            </a:pPr>
            <a:endParaRPr lang="en-US" dirty="0">
              <a:solidFill>
                <a:schemeClr val="tx1"/>
              </a:solidFill>
            </a:endParaRPr>
          </a:p>
          <a:p>
            <a:pPr lvl="1">
              <a:buFont typeface="Courier New" panose="02070309020205020404" pitchFamily="49" charset="0"/>
              <a:buChar char="o"/>
            </a:pPr>
            <a:r>
              <a:rPr lang="en-US" dirty="0">
                <a:solidFill>
                  <a:schemeClr val="tx1"/>
                </a:solidFill>
              </a:rPr>
              <a:t>Face recognition modules by Adam </a:t>
            </a:r>
            <a:r>
              <a:rPr lang="en-US" dirty="0" err="1">
                <a:solidFill>
                  <a:schemeClr val="tx1"/>
                </a:solidFill>
              </a:rPr>
              <a:t>Geitgey</a:t>
            </a:r>
            <a:r>
              <a:rPr lang="en-US" dirty="0">
                <a:solidFill>
                  <a:schemeClr val="tx1"/>
                </a:solidFill>
              </a:rPr>
              <a:t>  </a:t>
            </a:r>
            <a:endParaRPr lang="en-US" b="1" dirty="0">
              <a:solidFill>
                <a:schemeClr val="tx1"/>
              </a:solidFill>
            </a:endParaRPr>
          </a:p>
          <a:p>
            <a:pPr lvl="1">
              <a:buFont typeface="Courier New" panose="02070309020205020404" pitchFamily="49" charset="0"/>
              <a:buChar char="o"/>
            </a:pPr>
            <a:endParaRPr lang="en-US" b="1" dirty="0">
              <a:solidFill>
                <a:schemeClr val="tx1"/>
              </a:solidFill>
            </a:endParaRPr>
          </a:p>
          <a:p>
            <a:pPr lvl="1">
              <a:buFont typeface="Courier New" panose="02070309020205020404" pitchFamily="49" charset="0"/>
              <a:buChar char="o"/>
            </a:pPr>
            <a:endParaRPr lang="en-US" dirty="0">
              <a:solidFill>
                <a:schemeClr val="tx1"/>
              </a:solidFill>
            </a:endParaRPr>
          </a:p>
        </p:txBody>
      </p:sp>
    </p:spTree>
    <p:extLst>
      <p:ext uri="{BB962C8B-B14F-4D97-AF65-F5344CB8AC3E}">
        <p14:creationId xmlns:p14="http://schemas.microsoft.com/office/powerpoint/2010/main" val="14008752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otalTime>2194</TotalTime>
  <Words>586</Words>
  <Application>Microsoft Macintosh PowerPoint</Application>
  <PresentationFormat>Widescreen</PresentationFormat>
  <Paragraphs>58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Courier New</vt:lpstr>
      <vt:lpstr>Times New Roman</vt:lpstr>
      <vt:lpstr>Wingdings</vt:lpstr>
      <vt:lpstr>Celestial</vt:lpstr>
      <vt:lpstr>Face Recognition with OpenCV, Python, and Deep learning</vt:lpstr>
      <vt:lpstr>PowerPoint Presentation</vt:lpstr>
      <vt:lpstr>INTRODUCTION </vt:lpstr>
      <vt:lpstr>Objectives </vt:lpstr>
      <vt:lpstr>Application </vt:lpstr>
      <vt:lpstr>PowerPoint Presentation</vt:lpstr>
      <vt:lpstr>IMPLEMENTATION PROCESS</vt:lpstr>
      <vt:lpstr>IMPLEMENTATION PROCESS</vt:lpstr>
      <vt:lpstr>Implementation process</vt:lpstr>
      <vt:lpstr>Result for the facial recognition</vt:lpstr>
      <vt:lpstr>Recognition in real time live feed </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 with OpenCV, Python, and Deep learning</dc:title>
  <dc:creator>matt kolawole</dc:creator>
  <cp:lastModifiedBy>matt kolawole</cp:lastModifiedBy>
  <cp:revision>5</cp:revision>
  <dcterms:created xsi:type="dcterms:W3CDTF">2020-04-29T21:53:46Z</dcterms:created>
  <dcterms:modified xsi:type="dcterms:W3CDTF">2020-05-01T10:28:11Z</dcterms:modified>
</cp:coreProperties>
</file>